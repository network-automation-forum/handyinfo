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7" r:id="rId2"/>
    <p:sldMasterId id="2147483704" r:id="rId3"/>
  </p:sldMasterIdLst>
  <p:notesMasterIdLst>
    <p:notesMasterId r:id="rId12"/>
  </p:notesMasterIdLst>
  <p:sldIdLst>
    <p:sldId id="2147474271" r:id="rId4"/>
    <p:sldId id="256" r:id="rId5"/>
    <p:sldId id="2147474272" r:id="rId6"/>
    <p:sldId id="2147474273" r:id="rId7"/>
    <p:sldId id="2147474274" r:id="rId8"/>
    <p:sldId id="2147474275" r:id="rId9"/>
    <p:sldId id="2147474276" r:id="rId10"/>
    <p:sldId id="2147474277" r:id="rId11"/>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5pPr>
    <a:lvl6pPr marL="2286000" algn="l" defTabSz="914400" rtl="0" eaLnBrk="1" latinLnBrk="0" hangingPunct="1">
      <a:defRPr kern="1200">
        <a:solidFill>
          <a:schemeClr val="tx1"/>
        </a:solidFill>
        <a:latin typeface="Aptos" panose="020B0004020202020204" pitchFamily="34" charset="0"/>
        <a:ea typeface="+mn-ea"/>
        <a:cs typeface="+mn-cs"/>
      </a:defRPr>
    </a:lvl6pPr>
    <a:lvl7pPr marL="2743200" algn="l" defTabSz="914400" rtl="0" eaLnBrk="1" latinLnBrk="0" hangingPunct="1">
      <a:defRPr kern="1200">
        <a:solidFill>
          <a:schemeClr val="tx1"/>
        </a:solidFill>
        <a:latin typeface="Aptos" panose="020B0004020202020204" pitchFamily="34" charset="0"/>
        <a:ea typeface="+mn-ea"/>
        <a:cs typeface="+mn-cs"/>
      </a:defRPr>
    </a:lvl7pPr>
    <a:lvl8pPr marL="3200400" algn="l" defTabSz="914400" rtl="0" eaLnBrk="1" latinLnBrk="0" hangingPunct="1">
      <a:defRPr kern="1200">
        <a:solidFill>
          <a:schemeClr val="tx1"/>
        </a:solidFill>
        <a:latin typeface="Aptos" panose="020B0004020202020204" pitchFamily="34" charset="0"/>
        <a:ea typeface="+mn-ea"/>
        <a:cs typeface="+mn-cs"/>
      </a:defRPr>
    </a:lvl8pPr>
    <a:lvl9pPr marL="3657600" algn="l" defTabSz="914400" rtl="0" eaLnBrk="1" latinLnBrk="0" hangingPunct="1">
      <a:defRPr kern="1200">
        <a:solidFill>
          <a:schemeClr val="tx1"/>
        </a:solidFill>
        <a:latin typeface="Aptos" panose="020B0004020202020204" pitchFamily="34" charset="0"/>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82FB8A-9F85-324F-A814-BA500CF08FB7}" v="64" dt="2026-05-29T13:40:25.929"/>
    <p1510:client id="{70A0BFA5-457F-4ACF-8CA2-228D4B3D0DD0}" v="79" dt="2026-05-29T11:58:16.8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389"/>
    <p:restoredTop sz="82671"/>
  </p:normalViewPr>
  <p:slideViewPr>
    <p:cSldViewPr snapToGrid="0">
      <p:cViewPr varScale="1">
        <p:scale>
          <a:sx n="96" d="100"/>
          <a:sy n="96" d="100"/>
        </p:scale>
        <p:origin x="192"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theme" Target="theme/theme1.xml"/><Relationship Id="rId10" Type="http://schemas.openxmlformats.org/officeDocument/2006/relationships/slide" Target="slides/slide7.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Krater" userId="b62f6eba-41c7-43bd-9d48-fdb9f2913f75" providerId="ADAL" clId="{5DB4DD2D-3778-5CB7-B708-EF5386FA4CD6}"/>
    <pc:docChg chg="custSel modSld">
      <pc:chgData name="Steve Krater" userId="b62f6eba-41c7-43bd-9d48-fdb9f2913f75" providerId="ADAL" clId="{5DB4DD2D-3778-5CB7-B708-EF5386FA4CD6}" dt="2026-05-29T13:40:25.928" v="417"/>
      <pc:docMkLst>
        <pc:docMk/>
      </pc:docMkLst>
      <pc:sldChg chg="modSp mod">
        <pc:chgData name="Steve Krater" userId="b62f6eba-41c7-43bd-9d48-fdb9f2913f75" providerId="ADAL" clId="{5DB4DD2D-3778-5CB7-B708-EF5386FA4CD6}" dt="2026-05-29T12:37:59.656" v="54" actId="1076"/>
        <pc:sldMkLst>
          <pc:docMk/>
          <pc:sldMk cId="0" sldId="2147474271"/>
        </pc:sldMkLst>
        <pc:spChg chg="mod">
          <ac:chgData name="Steve Krater" userId="b62f6eba-41c7-43bd-9d48-fdb9f2913f75" providerId="ADAL" clId="{5DB4DD2D-3778-5CB7-B708-EF5386FA4CD6}" dt="2026-05-29T12:37:59.656" v="54" actId="1076"/>
          <ac:spMkLst>
            <pc:docMk/>
            <pc:sldMk cId="0" sldId="2147474271"/>
            <ac:spMk id="6" creationId="{00000000-0000-0000-0000-000000000000}"/>
          </ac:spMkLst>
        </pc:spChg>
      </pc:sldChg>
      <pc:sldChg chg="modSp mod">
        <pc:chgData name="Steve Krater" userId="b62f6eba-41c7-43bd-9d48-fdb9f2913f75" providerId="ADAL" clId="{5DB4DD2D-3778-5CB7-B708-EF5386FA4CD6}" dt="2026-05-29T12:59:33.697" v="328" actId="122"/>
        <pc:sldMkLst>
          <pc:docMk/>
          <pc:sldMk cId="0" sldId="2147474272"/>
        </pc:sldMkLst>
        <pc:spChg chg="mod">
          <ac:chgData name="Steve Krater" userId="b62f6eba-41c7-43bd-9d48-fdb9f2913f75" providerId="ADAL" clId="{5DB4DD2D-3778-5CB7-B708-EF5386FA4CD6}" dt="2026-05-29T12:59:33.697" v="328" actId="122"/>
          <ac:spMkLst>
            <pc:docMk/>
            <pc:sldMk cId="0" sldId="2147474272"/>
            <ac:spMk id="4" creationId="{00000000-0000-0000-0000-000000000000}"/>
          </ac:spMkLst>
        </pc:spChg>
        <pc:spChg chg="mod">
          <ac:chgData name="Steve Krater" userId="b62f6eba-41c7-43bd-9d48-fdb9f2913f75" providerId="ADAL" clId="{5DB4DD2D-3778-5CB7-B708-EF5386FA4CD6}" dt="2026-05-29T12:59:27.699" v="327" actId="122"/>
          <ac:spMkLst>
            <pc:docMk/>
            <pc:sldMk cId="0" sldId="2147474272"/>
            <ac:spMk id="7" creationId="{00000000-0000-0000-0000-000000000000}"/>
          </ac:spMkLst>
        </pc:spChg>
      </pc:sldChg>
      <pc:sldChg chg="modSp mod">
        <pc:chgData name="Steve Krater" userId="b62f6eba-41c7-43bd-9d48-fdb9f2913f75" providerId="ADAL" clId="{5DB4DD2D-3778-5CB7-B708-EF5386FA4CD6}" dt="2026-05-29T12:58:29.078" v="326" actId="14100"/>
        <pc:sldMkLst>
          <pc:docMk/>
          <pc:sldMk cId="0" sldId="2147474273"/>
        </pc:sldMkLst>
        <pc:spChg chg="mod">
          <ac:chgData name="Steve Krater" userId="b62f6eba-41c7-43bd-9d48-fdb9f2913f75" providerId="ADAL" clId="{5DB4DD2D-3778-5CB7-B708-EF5386FA4CD6}" dt="2026-05-29T12:58:29.078" v="326" actId="14100"/>
          <ac:spMkLst>
            <pc:docMk/>
            <pc:sldMk cId="0" sldId="2147474273"/>
            <ac:spMk id="5" creationId="{00000000-0000-0000-0000-000000000000}"/>
          </ac:spMkLst>
        </pc:spChg>
        <pc:spChg chg="mod">
          <ac:chgData name="Steve Krater" userId="b62f6eba-41c7-43bd-9d48-fdb9f2913f75" providerId="ADAL" clId="{5DB4DD2D-3778-5CB7-B708-EF5386FA4CD6}" dt="2026-05-29T12:55:21.191" v="296" actId="20577"/>
          <ac:spMkLst>
            <pc:docMk/>
            <pc:sldMk cId="0" sldId="2147474273"/>
            <ac:spMk id="7" creationId="{00000000-0000-0000-0000-000000000000}"/>
          </ac:spMkLst>
        </pc:spChg>
      </pc:sldChg>
      <pc:sldChg chg="addSp modSp mod modAnim">
        <pc:chgData name="Steve Krater" userId="b62f6eba-41c7-43bd-9d48-fdb9f2913f75" providerId="ADAL" clId="{5DB4DD2D-3778-5CB7-B708-EF5386FA4CD6}" dt="2026-05-29T13:40:25.928" v="417"/>
        <pc:sldMkLst>
          <pc:docMk/>
          <pc:sldMk cId="0" sldId="2147474274"/>
        </pc:sldMkLst>
        <pc:spChg chg="mod">
          <ac:chgData name="Steve Krater" userId="b62f6eba-41c7-43bd-9d48-fdb9f2913f75" providerId="ADAL" clId="{5DB4DD2D-3778-5CB7-B708-EF5386FA4CD6}" dt="2026-05-29T12:50:59.877" v="210" actId="20577"/>
          <ac:spMkLst>
            <pc:docMk/>
            <pc:sldMk cId="0" sldId="2147474274"/>
            <ac:spMk id="27" creationId="{00000000-0000-0000-0000-000000000000}"/>
          </ac:spMkLst>
        </pc:spChg>
        <pc:spChg chg="mod">
          <ac:chgData name="Steve Krater" userId="b62f6eba-41c7-43bd-9d48-fdb9f2913f75" providerId="ADAL" clId="{5DB4DD2D-3778-5CB7-B708-EF5386FA4CD6}" dt="2026-05-29T13:28:32.543" v="351" actId="20577"/>
          <ac:spMkLst>
            <pc:docMk/>
            <pc:sldMk cId="0" sldId="2147474274"/>
            <ac:spMk id="38" creationId="{1F979795-A424-96F2-72D7-999D2848BBD3}"/>
          </ac:spMkLst>
        </pc:spChg>
        <pc:spChg chg="mod">
          <ac:chgData name="Steve Krater" userId="b62f6eba-41c7-43bd-9d48-fdb9f2913f75" providerId="ADAL" clId="{5DB4DD2D-3778-5CB7-B708-EF5386FA4CD6}" dt="2026-05-29T12:50:27.151" v="198" actId="20577"/>
          <ac:spMkLst>
            <pc:docMk/>
            <pc:sldMk cId="0" sldId="2147474274"/>
            <ac:spMk id="40" creationId="{D23EF100-4B95-A6B7-7CA7-A7F0562B3EE3}"/>
          </ac:spMkLst>
        </pc:spChg>
        <pc:grpChg chg="add">
          <ac:chgData name="Steve Krater" userId="b62f6eba-41c7-43bd-9d48-fdb9f2913f75" providerId="ADAL" clId="{5DB4DD2D-3778-5CB7-B708-EF5386FA4CD6}" dt="2026-05-29T13:37:36.956" v="405" actId="164"/>
          <ac:grpSpMkLst>
            <pc:docMk/>
            <pc:sldMk cId="0" sldId="2147474274"/>
            <ac:grpSpMk id="8" creationId="{20B4A317-0CDF-7978-7CA6-1E245666F3B1}"/>
          </ac:grpSpMkLst>
        </pc:grpChg>
        <pc:grpChg chg="add">
          <ac:chgData name="Steve Krater" userId="b62f6eba-41c7-43bd-9d48-fdb9f2913f75" providerId="ADAL" clId="{5DB4DD2D-3778-5CB7-B708-EF5386FA4CD6}" dt="2026-05-29T13:37:56.763" v="406" actId="164"/>
          <ac:grpSpMkLst>
            <pc:docMk/>
            <pc:sldMk cId="0" sldId="2147474274"/>
            <ac:grpSpMk id="18" creationId="{8167710C-1793-B0C0-33A8-3371C34CB65B}"/>
          </ac:grpSpMkLst>
        </pc:grpChg>
        <pc:grpChg chg="add">
          <ac:chgData name="Steve Krater" userId="b62f6eba-41c7-43bd-9d48-fdb9f2913f75" providerId="ADAL" clId="{5DB4DD2D-3778-5CB7-B708-EF5386FA4CD6}" dt="2026-05-29T13:38:05.884" v="407" actId="164"/>
          <ac:grpSpMkLst>
            <pc:docMk/>
            <pc:sldMk cId="0" sldId="2147474274"/>
            <ac:grpSpMk id="23" creationId="{F1642C61-7E3D-A38B-462C-620D325F8909}"/>
          </ac:grpSpMkLst>
        </pc:grpChg>
        <pc:grpChg chg="add">
          <ac:chgData name="Steve Krater" userId="b62f6eba-41c7-43bd-9d48-fdb9f2913f75" providerId="ADAL" clId="{5DB4DD2D-3778-5CB7-B708-EF5386FA4CD6}" dt="2026-05-29T13:38:31.936" v="408" actId="164"/>
          <ac:grpSpMkLst>
            <pc:docMk/>
            <pc:sldMk cId="0" sldId="2147474274"/>
            <ac:grpSpMk id="24" creationId="{4066405D-0879-0CEE-3258-02C6FEA996DD}"/>
          </ac:grpSpMkLst>
        </pc:grpChg>
        <pc:grpChg chg="mod">
          <ac:chgData name="Steve Krater" userId="b62f6eba-41c7-43bd-9d48-fdb9f2913f75" providerId="ADAL" clId="{5DB4DD2D-3778-5CB7-B708-EF5386FA4CD6}" dt="2026-05-29T12:47:21.988" v="189" actId="14100"/>
          <ac:grpSpMkLst>
            <pc:docMk/>
            <pc:sldMk cId="0" sldId="2147474274"/>
            <ac:grpSpMk id="41" creationId="{35C69537-977B-9931-2B18-41BBEBD72544}"/>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8C293DE-657A-07BB-BDDD-F0C8A7D94D1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b="0" i="0" dirty="0">
                <a:latin typeface="Arial" panose="020B0604020202020204" pitchFamily="34" charset="0"/>
              </a:defRPr>
            </a:lvl1pPr>
          </a:lstStyle>
          <a:p>
            <a:pPr>
              <a:defRPr/>
            </a:pPr>
            <a:endParaRPr lang="en-US"/>
          </a:p>
        </p:txBody>
      </p:sp>
      <p:sp>
        <p:nvSpPr>
          <p:cNvPr id="3" name="Date Placeholder 2">
            <a:extLst>
              <a:ext uri="{FF2B5EF4-FFF2-40B4-BE49-F238E27FC236}">
                <a16:creationId xmlns:a16="http://schemas.microsoft.com/office/drawing/2014/main" id="{54E83E2E-E6C6-4B46-4121-F88B31814A5A}"/>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b="0" i="0" smtClean="0">
                <a:latin typeface="Arial" panose="020B0604020202020204" pitchFamily="34" charset="0"/>
              </a:defRPr>
            </a:lvl1pPr>
          </a:lstStyle>
          <a:p>
            <a:pPr>
              <a:defRPr/>
            </a:pPr>
            <a:fld id="{679EF322-0C2D-E94A-9776-81401C85EE8E}" type="datetimeFigureOut">
              <a:rPr lang="en-US"/>
              <a:pPr>
                <a:defRPr/>
              </a:pPr>
              <a:t>5/29/26</a:t>
            </a:fld>
            <a:endParaRPr lang="en-US" dirty="0"/>
          </a:p>
        </p:txBody>
      </p:sp>
      <p:sp>
        <p:nvSpPr>
          <p:cNvPr id="4" name="Slide Image Placeholder 3">
            <a:extLst>
              <a:ext uri="{FF2B5EF4-FFF2-40B4-BE49-F238E27FC236}">
                <a16:creationId xmlns:a16="http://schemas.microsoft.com/office/drawing/2014/main" id="{4E93ACFA-728B-E75B-560C-8CAFFA12A64D}"/>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a:extLst>
              <a:ext uri="{FF2B5EF4-FFF2-40B4-BE49-F238E27FC236}">
                <a16:creationId xmlns:a16="http://schemas.microsoft.com/office/drawing/2014/main" id="{5BBF3F87-6B6D-17DF-F5A6-FD3D3D858B52}"/>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a:extLst>
              <a:ext uri="{FF2B5EF4-FFF2-40B4-BE49-F238E27FC236}">
                <a16:creationId xmlns:a16="http://schemas.microsoft.com/office/drawing/2014/main" id="{ED5AD21E-A250-B6B0-4699-727180F78D68}"/>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eaLnBrk="1" fontAlgn="auto" hangingPunct="1">
              <a:spcBef>
                <a:spcPts val="0"/>
              </a:spcBef>
              <a:spcAft>
                <a:spcPts val="0"/>
              </a:spcAft>
              <a:defRPr sz="1200" b="0" i="0" dirty="0">
                <a:latin typeface="Arial" panose="020B0604020202020204" pitchFamily="34" charset="0"/>
              </a:defRPr>
            </a:lvl1pPr>
          </a:lstStyle>
          <a:p>
            <a:pPr>
              <a:defRPr/>
            </a:pPr>
            <a:endParaRPr lang="en-US"/>
          </a:p>
        </p:txBody>
      </p:sp>
      <p:sp>
        <p:nvSpPr>
          <p:cNvPr id="7" name="Slide Number Placeholder 6">
            <a:extLst>
              <a:ext uri="{FF2B5EF4-FFF2-40B4-BE49-F238E27FC236}">
                <a16:creationId xmlns:a16="http://schemas.microsoft.com/office/drawing/2014/main" id="{91F70B3A-920F-368C-B6A9-6AA6CC11EF94}"/>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eaLnBrk="1" fontAlgn="auto" hangingPunct="1">
              <a:spcBef>
                <a:spcPts val="0"/>
              </a:spcBef>
              <a:spcAft>
                <a:spcPts val="0"/>
              </a:spcAft>
              <a:defRPr sz="1200" b="0" i="0" smtClean="0">
                <a:latin typeface="Arial" panose="020B0604020202020204" pitchFamily="34" charset="0"/>
              </a:defRPr>
            </a:lvl1pPr>
          </a:lstStyle>
          <a:p>
            <a:pPr>
              <a:defRPr/>
            </a:pPr>
            <a:fld id="{C554135D-77DE-254C-8CC4-E37707ACAAAF}" type="slidenum">
              <a:rPr lang="en-US"/>
              <a:pPr>
                <a:defRPr/>
              </a:pPr>
              <a:t>‹#›</a:t>
            </a:fld>
            <a:endParaRPr lang="en-US" dirty="0"/>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panose="020B0604020202020204" pitchFamily="34" charset="0"/>
        <a:ea typeface="+mn-ea"/>
        <a:cs typeface="+mn-cs"/>
      </a:defRPr>
    </a:lvl1pPr>
    <a:lvl2pPr marL="457200" algn="l" rtl="0" fontAlgn="base">
      <a:spcBef>
        <a:spcPct val="30000"/>
      </a:spcBef>
      <a:spcAft>
        <a:spcPct val="0"/>
      </a:spcAft>
      <a:defRPr sz="1200" kern="1200">
        <a:solidFill>
          <a:schemeClr val="tx1"/>
        </a:solidFill>
        <a:latin typeface="Arial" panose="020B0604020202020204" pitchFamily="34" charset="0"/>
        <a:ea typeface="+mn-ea"/>
        <a:cs typeface="+mn-cs"/>
      </a:defRPr>
    </a:lvl2pPr>
    <a:lvl3pPr marL="914400" algn="l" rtl="0" fontAlgn="base">
      <a:spcBef>
        <a:spcPct val="30000"/>
      </a:spcBef>
      <a:spcAft>
        <a:spcPct val="0"/>
      </a:spcAft>
      <a:defRPr sz="1200" kern="1200">
        <a:solidFill>
          <a:schemeClr val="tx1"/>
        </a:solidFill>
        <a:latin typeface="Arial" panose="020B0604020202020204" pitchFamily="34" charset="0"/>
        <a:ea typeface="+mn-ea"/>
        <a:cs typeface="+mn-cs"/>
      </a:defRPr>
    </a:lvl3pPr>
    <a:lvl4pPr marL="1371600" algn="l" rtl="0" fontAlgn="base">
      <a:spcBef>
        <a:spcPct val="30000"/>
      </a:spcBef>
      <a:spcAft>
        <a:spcPct val="0"/>
      </a:spcAft>
      <a:defRPr sz="1200" kern="1200">
        <a:solidFill>
          <a:schemeClr val="tx1"/>
        </a:solidFill>
        <a:latin typeface="Arial" panose="020B0604020202020204" pitchFamily="34" charset="0"/>
        <a:ea typeface="+mn-ea"/>
        <a:cs typeface="+mn-cs"/>
      </a:defRPr>
    </a:lvl4pPr>
    <a:lvl5pPr marL="1828800" algn="l" rtl="0" fontAlgn="base">
      <a:spcBef>
        <a:spcPct val="30000"/>
      </a:spcBef>
      <a:spcAft>
        <a:spcPct val="0"/>
      </a:spcAft>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 do not rush this moment.
Walk out, find your spot, take a breath. Let the title sit on screen for a few seconds before you speak.
Click to advance.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 Who NetBrain is (30 to 45 seconds)
</a:t>
            </a:r>
            <a:r>
              <a:rPr lang="en-US" b="1" dirty="0"/>
              <a:t>Say: "NetBrain is the leader in Agentic NetOps." </a:t>
            </a:r>
            <a:r>
              <a:rPr lang="en-US" dirty="0"/>
              <a:t>
Pause. Look around.</a:t>
            </a:r>
          </a:p>
          <a:p>
            <a:r>
              <a:rPr lang="en-US" dirty="0"/>
              <a:t>
</a:t>
            </a:r>
            <a:r>
              <a:rPr lang="en-US" b="1" dirty="0"/>
              <a:t>"We have hundreds of enterprise customers running this platform today. AI agents working in production right now. And deep network expertise built specifically for environments like yours."</a:t>
            </a:r>
            <a:r>
              <a:rPr lang="en-US" dirty="0"/>
              <a:t>
Then the bottom line animates in. Say it out loud:
</a:t>
            </a:r>
            <a:r>
              <a:rPr lang="en-US" b="1" dirty="0"/>
              <a:t>"I work with network operations teams every day. </a:t>
            </a:r>
            <a:r>
              <a:rPr lang="en-US" sz="1200" b="1" i="1" dirty="0">
                <a:solidFill>
                  <a:srgbClr val="EDE9F9"/>
                </a:solidFill>
                <a:latin typeface="Calibri" pitchFamily="34" charset="0"/>
                <a:ea typeface="Calibri" pitchFamily="34" charset="-122"/>
                <a:cs typeface="Calibri" pitchFamily="34" charset="-120"/>
              </a:rPr>
              <a:t>Let’s talk about what I hear.”</a:t>
            </a:r>
            <a:r>
              <a:rPr lang="en-US" dirty="0"/>
              <a:t>
Click. Move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Hook  (0:00 to 0:45)
Ask the first question out loud. Raise your own hand. Look around the room. Let them react.
Then pause. A real pause. Five seconds at least.
Then ask the second question. You will see people put their hands down. Or look at each other.
Then say: "That gap is what this talk is about."
Do not explain yet. Just let it land. Click.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SLIDE 3 — The Pattern Nobody Names  (0:45 to 2:00)
Walk through each quote slowly. These are real things real people say. The audience will recognize themselves.
After the third one, pause again.
Then say: </a:t>
            </a:r>
            <a:r>
              <a:rPr lang="en-US" b="1" dirty="0"/>
              <a:t>"These are not random complaints. They are symptoms of being stuck at a predictable point — and the industry just hasn't named it.
</a:t>
            </a:r>
            <a:r>
              <a:rPr lang="en-US" dirty="0"/>
              <a:t>
That last line sets up everything that follows. Do not rush it. Click.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The Four Levels  (2:00 to 4:00)
Spend about 30 seconds on each level. Do not read the cards. Talk to the room.
</a:t>
            </a:r>
            <a:r>
              <a:rPr lang="en-US" b="1" dirty="0"/>
              <a:t>Aware</a:t>
            </a:r>
            <a:r>
              <a:rPr lang="en-US" dirty="0"/>
              <a:t>: "You can see your network. You have topology. You have state. Knowledge lives in the platform, not just in your senior engineer's head."
</a:t>
            </a:r>
            <a:r>
              <a:rPr lang="en-US" b="1" dirty="0"/>
              <a:t>Enabled</a:t>
            </a:r>
            <a:r>
              <a:rPr lang="en-US" dirty="0"/>
              <a:t>: "You've turned operational knowledge into repeatable workflows. AI helps. But humans still make every call."
</a:t>
            </a:r>
            <a:r>
              <a:rPr lang="en-US" b="1" dirty="0"/>
              <a:t>Proactive</a:t>
            </a:r>
            <a:r>
              <a:rPr lang="en-US" dirty="0"/>
              <a:t>: "The system is starting to reason ahead. It catches deviation before an incident fires. Your team guides it, but the system is earning trust."
</a:t>
            </a:r>
            <a:r>
              <a:rPr lang="en-US" b="1" dirty="0"/>
              <a:t>Autonomous</a:t>
            </a:r>
            <a:r>
              <a:rPr lang="en-US" dirty="0"/>
              <a:t>: "Within a defined scope and policy, the system acts on its own. Your team manages governance and exceptions, not individual tickets."
Then say — and slow down here: "Most teams I talk to live somewhere in ENABLED or PROACTIVE. And most believe they are further along than they are."
Let that land. Click.</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The Plateaus  (4:00 to 6:00)
This is the core of the talk. Walk slowly through each one.
Visibility Plateau: "Your monitoring is good. Alerts fire. Dashboards look healthy. But every hard problem still lands on your best person. That's the plateau."
Automation Ceiling: "You have runbooks. You have scripts. You've done real automation work. But when an incident fires at 2am, nobody runs them. That's the ceiling."
Trust in Intelligent Systems: "AI is doing useful things in your environment. Pilots are working. But when pressure is on, the team goes back to what they know. That's the trust gap."
Then slow down and say: "Getting stuck here is not a failure of effort. It is a failure of orientation. You cannot move forward if you do not know where you are."
Pause. This line is the whole point. Click.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AI as the Catalyst  (6:00 to 7:30)
This slide reframes the whole AI conversation for this audience.
Say: "The teams that are actually moving through these levels share one thing. They stopped treating AI as a project. They started treating it as a tool for a specific job at their current level."
Walk each row calmly. You do not need to rush.
Then say: "The level determines the job. The job determines how AI fits. It's not about having AI. It's about knowing what you need it to do right now."
Short pause. Click to the final slide.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Close  (7:30 to 8:00)
Do not click through this quickly. Walk to center stage if you can.
Read the first line slowly: </a:t>
            </a:r>
            <a:r>
              <a:rPr lang="en-US" b="1" dirty="0"/>
              <a:t>"The question is not whether AI belongs in your network operations."</a:t>
            </a:r>
            <a:r>
              <a:rPr lang="en-US" dirty="0"/>
              <a:t>
Pause.
</a:t>
            </a:r>
            <a:r>
              <a:rPr lang="en-US" b="1" dirty="0"/>
              <a:t>Say: "It does."</a:t>
            </a:r>
            <a:r>
              <a:rPr lang="en-US" dirty="0"/>
              <a:t>
Then: "The question is whether you know where you are well enough to use it well."
Final pause. </a:t>
            </a:r>
            <a:r>
              <a:rPr lang="en-US" b="1" dirty="0"/>
              <a:t>Then “That starts with knowing where you stand.“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Put your hands together. Smile. You're done. Do not add anything after that line. Let it land. Thank the room if needed, but the talk ends at </a:t>
            </a:r>
            <a:r>
              <a:rPr lang="en-US" b="1" dirty="0"/>
              <a:t>“That starts with knowing where you stand.“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4" name="Graphic 17">
            <a:extLst>
              <a:ext uri="{FF2B5EF4-FFF2-40B4-BE49-F238E27FC236}">
                <a16:creationId xmlns:a16="http://schemas.microsoft.com/office/drawing/2014/main" id="{DCFC35E2-E11F-170C-EE88-78464DE2B26A}"/>
              </a:ext>
            </a:extLst>
          </p:cNvPr>
          <p:cNvGrpSpPr/>
          <p:nvPr/>
        </p:nvGrpSpPr>
        <p:grpSpPr>
          <a:xfrm>
            <a:off x="622335" y="5878572"/>
            <a:ext cx="1671795" cy="394991"/>
            <a:chOff x="115614" y="1936057"/>
            <a:chExt cx="7534694" cy="1780203"/>
          </a:xfrm>
          <a:solidFill>
            <a:schemeClr val="bg1"/>
          </a:solidFill>
        </p:grpSpPr>
        <p:sp>
          <p:nvSpPr>
            <p:cNvPr id="5" name="Freeform 4">
              <a:extLst>
                <a:ext uri="{FF2B5EF4-FFF2-40B4-BE49-F238E27FC236}">
                  <a16:creationId xmlns:a16="http://schemas.microsoft.com/office/drawing/2014/main" id="{80D25ED3-BE84-3798-163B-E5D339382A4D}"/>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A15D80E7-5F3F-B14D-1677-5E8DABE32A46}"/>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2" name="Title 1"/>
          <p:cNvSpPr>
            <a:spLocks noGrp="1"/>
          </p:cNvSpPr>
          <p:nvPr>
            <p:ph type="ctrTitle"/>
          </p:nvPr>
        </p:nvSpPr>
        <p:spPr>
          <a:xfrm>
            <a:off x="559276" y="2462109"/>
            <a:ext cx="9144000" cy="2387600"/>
          </a:xfrm>
        </p:spPr>
        <p:txBody>
          <a:bodyPr>
            <a:normAutofit/>
          </a:bodyPr>
          <a:lstStyle>
            <a:lvl1pPr algn="l">
              <a:defRPr sz="4800">
                <a:solidFill>
                  <a:schemeClr val="accent4"/>
                </a:solidFill>
              </a:defRPr>
            </a:lvl1pPr>
          </a:lstStyle>
          <a:p>
            <a:r>
              <a:rPr lang="en-US"/>
              <a:t>Click to edit Master title style</a:t>
            </a:r>
            <a:endParaRPr lang="en-US" dirty="0"/>
          </a:p>
        </p:txBody>
      </p:sp>
      <p:sp>
        <p:nvSpPr>
          <p:cNvPr id="3" name="Subtitle 2"/>
          <p:cNvSpPr>
            <a:spLocks noGrp="1"/>
          </p:cNvSpPr>
          <p:nvPr>
            <p:ph type="subTitle" idx="1"/>
          </p:nvPr>
        </p:nvSpPr>
        <p:spPr>
          <a:xfrm>
            <a:off x="559276" y="564529"/>
            <a:ext cx="9144000" cy="1655762"/>
          </a:xfrm>
        </p:spPr>
        <p:txBody>
          <a:bodyPr anchor="b"/>
          <a:lstStyle>
            <a:lvl1pPr marL="0" indent="0" algn="l">
              <a:buNone/>
              <a:defRPr sz="2400" spc="3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3">
            <a:extLst>
              <a:ext uri="{FF2B5EF4-FFF2-40B4-BE49-F238E27FC236}">
                <a16:creationId xmlns:a16="http://schemas.microsoft.com/office/drawing/2014/main" id="{C37E4F75-DD81-86AB-90AE-573F567F4BC6}"/>
              </a:ext>
            </a:extLst>
          </p:cNvPr>
          <p:cNvSpPr>
            <a:spLocks noGrp="1"/>
          </p:cNvSpPr>
          <p:nvPr>
            <p:ph type="dt" sz="half" idx="10"/>
          </p:nvPr>
        </p:nvSpPr>
        <p:spPr>
          <a:xfrm>
            <a:off x="1803400" y="6356350"/>
            <a:ext cx="2743200" cy="365125"/>
          </a:xfrm>
        </p:spPr>
        <p:txBody>
          <a:bodyPr/>
          <a:lstStyle>
            <a:lvl1pPr>
              <a:defRPr sz="1000" smtClean="0"/>
            </a:lvl1pPr>
          </a:lstStyle>
          <a:p>
            <a:pPr>
              <a:defRPr/>
            </a:pPr>
            <a:fld id="{DF5B518C-E920-9945-8FB9-78F4E4754CEA}" type="datetimeFigureOut">
              <a:rPr lang="en-US"/>
              <a:pPr>
                <a:defRPr/>
              </a:pPr>
              <a:t>5/29/26</a:t>
            </a:fld>
            <a:endParaRPr lang="en-US"/>
          </a:p>
        </p:txBody>
      </p:sp>
      <p:sp>
        <p:nvSpPr>
          <p:cNvPr id="8" name="Footer Placeholder 4">
            <a:extLst>
              <a:ext uri="{FF2B5EF4-FFF2-40B4-BE49-F238E27FC236}">
                <a16:creationId xmlns:a16="http://schemas.microsoft.com/office/drawing/2014/main" id="{93C24D93-2F2E-1C91-2E95-FEF05165BBFB}"/>
              </a:ext>
            </a:extLst>
          </p:cNvPr>
          <p:cNvSpPr>
            <a:spLocks noGrp="1"/>
          </p:cNvSpPr>
          <p:nvPr>
            <p:ph type="ftr" sz="quarter" idx="11"/>
          </p:nvPr>
        </p:nvSpPr>
        <p:spPr>
          <a:xfrm>
            <a:off x="4154488" y="6356350"/>
            <a:ext cx="4114800" cy="365125"/>
          </a:xfrm>
        </p:spPr>
        <p:txBody>
          <a:bodyPr/>
          <a:lstStyle>
            <a:lvl1pPr>
              <a:defRPr sz="1000"/>
            </a:lvl1pPr>
          </a:lstStyle>
          <a:p>
            <a:pPr>
              <a:defRPr/>
            </a:pPr>
            <a:endParaRPr lang="en-US"/>
          </a:p>
        </p:txBody>
      </p:sp>
      <p:sp>
        <p:nvSpPr>
          <p:cNvPr id="9" name="Slide Number Placeholder 5">
            <a:extLst>
              <a:ext uri="{FF2B5EF4-FFF2-40B4-BE49-F238E27FC236}">
                <a16:creationId xmlns:a16="http://schemas.microsoft.com/office/drawing/2014/main" id="{05F03E57-48C8-9420-D4C5-F96F9BDAFCA3}"/>
              </a:ext>
            </a:extLst>
          </p:cNvPr>
          <p:cNvSpPr>
            <a:spLocks noGrp="1"/>
          </p:cNvSpPr>
          <p:nvPr>
            <p:ph type="sldNum" sz="quarter" idx="12"/>
          </p:nvPr>
        </p:nvSpPr>
        <p:spPr>
          <a:xfrm>
            <a:off x="558800" y="6356350"/>
            <a:ext cx="2743200" cy="365125"/>
          </a:xfrm>
        </p:spPr>
        <p:txBody>
          <a:bodyPr/>
          <a:lstStyle>
            <a:lvl1pPr>
              <a:defRPr sz="1000" smtClean="0">
                <a:solidFill>
                  <a:schemeClr val="accent4"/>
                </a:solidFill>
              </a:defRPr>
            </a:lvl1pPr>
          </a:lstStyle>
          <a:p>
            <a:pPr>
              <a:defRPr/>
            </a:pPr>
            <a:fld id="{7640A1AD-3154-3543-ADED-D4CC6547F433}" type="slidenum">
              <a:rPr lang="en-US"/>
              <a:pPr>
                <a:defRPr/>
              </a:pPr>
              <a:t>‹#›</a:t>
            </a:fld>
            <a:endParaRPr lang="en-US"/>
          </a:p>
        </p:txBody>
      </p:sp>
    </p:spTree>
    <p:extLst>
      <p:ext uri="{BB962C8B-B14F-4D97-AF65-F5344CB8AC3E}">
        <p14:creationId xmlns:p14="http://schemas.microsoft.com/office/powerpoint/2010/main" val="961933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lnSpc>
                <a:spcPct val="100000"/>
              </a:lnSpc>
              <a:spcAft>
                <a:spcPts val="400"/>
              </a:spcAft>
              <a:defRPr/>
            </a:lvl1pPr>
            <a:lvl2pPr marL="685800" indent="-228600">
              <a:lnSpc>
                <a:spcPct val="100000"/>
              </a:lnSpc>
              <a:spcAft>
                <a:spcPts val="400"/>
              </a:spcAft>
              <a:buFont typeface="System Font Regular"/>
              <a:buChar char="-"/>
              <a:defRPr/>
            </a:lvl2pPr>
            <a:lvl3pPr>
              <a:lnSpc>
                <a:spcPct val="100000"/>
              </a:lnSpc>
              <a:spcAft>
                <a:spcPts val="400"/>
              </a:spcAft>
              <a:defRPr/>
            </a:lvl3pPr>
            <a:lvl4pPr marL="1600200" indent="-228600">
              <a:lnSpc>
                <a:spcPct val="100000"/>
              </a:lnSpc>
              <a:spcAft>
                <a:spcPts val="400"/>
              </a:spcAft>
              <a:buFont typeface="System Font Regular"/>
              <a:buChar char="-"/>
              <a:defRPr/>
            </a:lvl4pPr>
            <a:lvl5pPr>
              <a:lnSpc>
                <a:spcPct val="100000"/>
              </a:lnSpc>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122C14A2-686E-2391-4D80-3D4B24132A16}"/>
              </a:ext>
            </a:extLst>
          </p:cNvPr>
          <p:cNvSpPr>
            <a:spLocks noGrp="1"/>
          </p:cNvSpPr>
          <p:nvPr>
            <p:ph type="dt" sz="half" idx="10"/>
          </p:nvPr>
        </p:nvSpPr>
        <p:spPr/>
        <p:txBody>
          <a:bodyPr/>
          <a:lstStyle>
            <a:lvl1pPr>
              <a:defRPr/>
            </a:lvl1pPr>
          </a:lstStyle>
          <a:p>
            <a:pPr>
              <a:defRPr/>
            </a:pPr>
            <a:fld id="{2B65A612-0D90-C844-BCF3-2C4DFF248597}" type="datetimeFigureOut">
              <a:rPr lang="en-US"/>
              <a:pPr>
                <a:defRPr/>
              </a:pPr>
              <a:t>5/29/26</a:t>
            </a:fld>
            <a:endParaRPr lang="en-US" dirty="0"/>
          </a:p>
        </p:txBody>
      </p:sp>
      <p:sp>
        <p:nvSpPr>
          <p:cNvPr id="5" name="Footer Placeholder 4">
            <a:extLst>
              <a:ext uri="{FF2B5EF4-FFF2-40B4-BE49-F238E27FC236}">
                <a16:creationId xmlns:a16="http://schemas.microsoft.com/office/drawing/2014/main" id="{25D4CD1D-B109-AB58-BF0E-325BD3E8840D}"/>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DA77E80D-5BE4-8692-6FF4-A75D8DD9E4A0}"/>
              </a:ext>
            </a:extLst>
          </p:cNvPr>
          <p:cNvSpPr>
            <a:spLocks noGrp="1"/>
          </p:cNvSpPr>
          <p:nvPr>
            <p:ph type="sldNum" sz="quarter" idx="12"/>
          </p:nvPr>
        </p:nvSpPr>
        <p:spPr/>
        <p:txBody>
          <a:bodyPr/>
          <a:lstStyle>
            <a:lvl1pPr>
              <a:defRPr/>
            </a:lvl1pPr>
          </a:lstStyle>
          <a:p>
            <a:pPr>
              <a:defRPr/>
            </a:pPr>
            <a:fld id="{E3094049-9DEC-484C-BF49-0F54839AA19F}" type="slidenum">
              <a:rPr lang="en-US"/>
              <a:pPr>
                <a:defRPr/>
              </a:pPr>
              <a:t>‹#›</a:t>
            </a:fld>
            <a:endParaRPr lang="en-US" dirty="0"/>
          </a:p>
        </p:txBody>
      </p:sp>
    </p:spTree>
    <p:extLst>
      <p:ext uri="{BB962C8B-B14F-4D97-AF65-F5344CB8AC3E}">
        <p14:creationId xmlns:p14="http://schemas.microsoft.com/office/powerpoint/2010/main" val="3700528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wired">
    <p:spTree>
      <p:nvGrpSpPr>
        <p:cNvPr id="1" name=""/>
        <p:cNvGrpSpPr/>
        <p:nvPr/>
      </p:nvGrpSpPr>
      <p:grpSpPr>
        <a:xfrm>
          <a:off x="0" y="0"/>
          <a:ext cx="0" cy="0"/>
          <a:chOff x="0" y="0"/>
          <a:chExt cx="0" cy="0"/>
        </a:xfrm>
      </p:grpSpPr>
      <p:pic>
        <p:nvPicPr>
          <p:cNvPr id="4" name="Picture 9">
            <a:extLst>
              <a:ext uri="{FF2B5EF4-FFF2-40B4-BE49-F238E27FC236}">
                <a16:creationId xmlns:a16="http://schemas.microsoft.com/office/drawing/2014/main" id="{096F6D79-36D3-90B7-C3FD-46A05E80BB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0" y="3732213"/>
            <a:ext cx="12242800" cy="313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lnSpc>
                <a:spcPct val="100000"/>
              </a:lnSpc>
              <a:spcAft>
                <a:spcPts val="400"/>
              </a:spcAft>
              <a:defRPr/>
            </a:lvl1pPr>
            <a:lvl2pPr marL="685800" indent="-228600">
              <a:lnSpc>
                <a:spcPct val="100000"/>
              </a:lnSpc>
              <a:spcAft>
                <a:spcPts val="400"/>
              </a:spcAft>
              <a:buFont typeface="System Font Regular"/>
              <a:buChar char="-"/>
              <a:defRPr/>
            </a:lvl2pPr>
            <a:lvl3pPr>
              <a:lnSpc>
                <a:spcPct val="100000"/>
              </a:lnSpc>
              <a:spcAft>
                <a:spcPts val="400"/>
              </a:spcAft>
              <a:defRPr/>
            </a:lvl3pPr>
            <a:lvl4pPr marL="1600200" indent="-228600">
              <a:lnSpc>
                <a:spcPct val="100000"/>
              </a:lnSpc>
              <a:spcAft>
                <a:spcPts val="400"/>
              </a:spcAft>
              <a:buFont typeface="System Font Regular"/>
              <a:buChar char="-"/>
              <a:defRPr/>
            </a:lvl4pPr>
            <a:lvl5pPr>
              <a:lnSpc>
                <a:spcPct val="100000"/>
              </a:lnSpc>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a:extLst>
              <a:ext uri="{FF2B5EF4-FFF2-40B4-BE49-F238E27FC236}">
                <a16:creationId xmlns:a16="http://schemas.microsoft.com/office/drawing/2014/main" id="{5EF361F8-257E-1C5A-9BC9-0F9FDB2277AD}"/>
              </a:ext>
            </a:extLst>
          </p:cNvPr>
          <p:cNvSpPr>
            <a:spLocks noGrp="1"/>
          </p:cNvSpPr>
          <p:nvPr>
            <p:ph type="dt" sz="half" idx="10"/>
          </p:nvPr>
        </p:nvSpPr>
        <p:spPr/>
        <p:txBody>
          <a:bodyPr/>
          <a:lstStyle>
            <a:lvl1pPr>
              <a:defRPr/>
            </a:lvl1pPr>
          </a:lstStyle>
          <a:p>
            <a:pPr>
              <a:defRPr/>
            </a:pPr>
            <a:fld id="{CA4D03B2-117D-A74B-BEAC-65CA68235FFD}" type="datetimeFigureOut">
              <a:rPr lang="en-US"/>
              <a:pPr>
                <a:defRPr/>
              </a:pPr>
              <a:t>5/29/26</a:t>
            </a:fld>
            <a:endParaRPr lang="en-US"/>
          </a:p>
        </p:txBody>
      </p:sp>
      <p:sp>
        <p:nvSpPr>
          <p:cNvPr id="6" name="Footer Placeholder 4">
            <a:extLst>
              <a:ext uri="{FF2B5EF4-FFF2-40B4-BE49-F238E27FC236}">
                <a16:creationId xmlns:a16="http://schemas.microsoft.com/office/drawing/2014/main" id="{AC02EA1E-AE15-FA7A-25F4-73CB277B5FA4}"/>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275B1828-BB6A-C3D6-575B-F9ED80DCB7D4}"/>
              </a:ext>
            </a:extLst>
          </p:cNvPr>
          <p:cNvSpPr>
            <a:spLocks noGrp="1"/>
          </p:cNvSpPr>
          <p:nvPr>
            <p:ph type="sldNum" sz="quarter" idx="12"/>
          </p:nvPr>
        </p:nvSpPr>
        <p:spPr/>
        <p:txBody>
          <a:bodyPr/>
          <a:lstStyle>
            <a:lvl1pPr>
              <a:defRPr/>
            </a:lvl1pPr>
          </a:lstStyle>
          <a:p>
            <a:pPr>
              <a:defRPr/>
            </a:pPr>
            <a:fld id="{4C3ED57D-13E5-B449-BFD2-3EFC9BFFC0CB}" type="slidenum">
              <a:rPr lang="en-US"/>
              <a:pPr>
                <a:defRPr/>
              </a:pPr>
              <a:t>‹#›</a:t>
            </a:fld>
            <a:endParaRPr lang="en-US"/>
          </a:p>
        </p:txBody>
      </p:sp>
    </p:spTree>
    <p:extLst>
      <p:ext uri="{BB962C8B-B14F-4D97-AF65-F5344CB8AC3E}">
        <p14:creationId xmlns:p14="http://schemas.microsoft.com/office/powerpoint/2010/main" val="386448945"/>
      </p:ext>
    </p:extLst>
  </p:cSld>
  <p:clrMapOvr>
    <a:masterClrMapping/>
  </p:clrMapOvr>
  <p:transition spd="slow"/>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2_Title and Content wired2">
    <p:spTree>
      <p:nvGrpSpPr>
        <p:cNvPr id="1" name=""/>
        <p:cNvGrpSpPr/>
        <p:nvPr/>
      </p:nvGrpSpPr>
      <p:grpSpPr>
        <a:xfrm>
          <a:off x="0" y="0"/>
          <a:ext cx="0" cy="0"/>
          <a:chOff x="0" y="0"/>
          <a:chExt cx="0" cy="0"/>
        </a:xfrm>
      </p:grpSpPr>
      <p:pic>
        <p:nvPicPr>
          <p:cNvPr id="4" name="Picture 9">
            <a:extLst>
              <a:ext uri="{FF2B5EF4-FFF2-40B4-BE49-F238E27FC236}">
                <a16:creationId xmlns:a16="http://schemas.microsoft.com/office/drawing/2014/main" id="{1B02B968-18B1-6405-5005-F5D6B1EF43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9839" t="214" b="35124"/>
          <a:stretch>
            <a:fillRect/>
          </a:stretch>
        </p:blipFill>
        <p:spPr bwMode="auto">
          <a:xfrm>
            <a:off x="0" y="1325563"/>
            <a:ext cx="12192000" cy="5532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a:extLst>
              <a:ext uri="{FF2B5EF4-FFF2-40B4-BE49-F238E27FC236}">
                <a16:creationId xmlns:a16="http://schemas.microsoft.com/office/drawing/2014/main" id="{C161845D-9976-8FD1-103B-FCD8F56D8E67}"/>
              </a:ext>
            </a:extLst>
          </p:cNvPr>
          <p:cNvSpPr/>
          <p:nvPr/>
        </p:nvSpPr>
        <p:spPr>
          <a:xfrm>
            <a:off x="0" y="1230284"/>
            <a:ext cx="12192000" cy="5627716"/>
          </a:xfrm>
          <a:prstGeom prst="rect">
            <a:avLst/>
          </a:prstGeom>
          <a:gradFill flip="none" rotWithShape="1">
            <a:gsLst>
              <a:gs pos="29000">
                <a:schemeClr val="bg1"/>
              </a:gs>
              <a:gs pos="100000">
                <a:schemeClr val="accent1">
                  <a:tint val="23500"/>
                  <a:satMod val="160000"/>
                  <a:alpha val="12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grpSp>
        <p:nvGrpSpPr>
          <p:cNvPr id="6" name="Graphic 17">
            <a:extLst>
              <a:ext uri="{FF2B5EF4-FFF2-40B4-BE49-F238E27FC236}">
                <a16:creationId xmlns:a16="http://schemas.microsoft.com/office/drawing/2014/main" id="{9691D61A-D1B0-D9C2-95DD-BDAD3CBA35CF}"/>
              </a:ext>
            </a:extLst>
          </p:cNvPr>
          <p:cNvGrpSpPr/>
          <p:nvPr/>
        </p:nvGrpSpPr>
        <p:grpSpPr>
          <a:xfrm>
            <a:off x="10655460" y="6375908"/>
            <a:ext cx="1100676" cy="260054"/>
            <a:chOff x="115614" y="1936057"/>
            <a:chExt cx="7534694" cy="1780203"/>
          </a:xfrm>
          <a:solidFill>
            <a:schemeClr val="tx1"/>
          </a:solidFill>
        </p:grpSpPr>
        <p:sp>
          <p:nvSpPr>
            <p:cNvPr id="7" name="Freeform 6">
              <a:extLst>
                <a:ext uri="{FF2B5EF4-FFF2-40B4-BE49-F238E27FC236}">
                  <a16:creationId xmlns:a16="http://schemas.microsoft.com/office/drawing/2014/main" id="{B0C92017-A730-20BC-5652-166DCFF587B0}"/>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8" name="Freeform 7">
              <a:extLst>
                <a:ext uri="{FF2B5EF4-FFF2-40B4-BE49-F238E27FC236}">
                  <a16:creationId xmlns:a16="http://schemas.microsoft.com/office/drawing/2014/main" id="{7C2B8C84-0A07-D125-823C-ADE98AEE6E4C}"/>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lnSpc>
                <a:spcPct val="100000"/>
              </a:lnSpc>
              <a:spcAft>
                <a:spcPts val="400"/>
              </a:spcAft>
              <a:defRPr/>
            </a:lvl1pPr>
            <a:lvl2pPr marL="685800" indent="-228600">
              <a:lnSpc>
                <a:spcPct val="100000"/>
              </a:lnSpc>
              <a:spcAft>
                <a:spcPts val="400"/>
              </a:spcAft>
              <a:buFont typeface="System Font Regular"/>
              <a:buChar char="-"/>
              <a:defRPr/>
            </a:lvl2pPr>
            <a:lvl3pPr>
              <a:lnSpc>
                <a:spcPct val="100000"/>
              </a:lnSpc>
              <a:spcAft>
                <a:spcPts val="400"/>
              </a:spcAft>
              <a:defRPr/>
            </a:lvl3pPr>
            <a:lvl4pPr marL="1600200" indent="-228600">
              <a:lnSpc>
                <a:spcPct val="100000"/>
              </a:lnSpc>
              <a:spcAft>
                <a:spcPts val="400"/>
              </a:spcAft>
              <a:buFont typeface="System Font Regular"/>
              <a:buChar char="-"/>
              <a:defRPr/>
            </a:lvl4pPr>
            <a:lvl5pPr>
              <a:lnSpc>
                <a:spcPct val="100000"/>
              </a:lnSpc>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3">
            <a:extLst>
              <a:ext uri="{FF2B5EF4-FFF2-40B4-BE49-F238E27FC236}">
                <a16:creationId xmlns:a16="http://schemas.microsoft.com/office/drawing/2014/main" id="{E62A1A97-B8BC-238F-71A3-1705D93B3C2A}"/>
              </a:ext>
            </a:extLst>
          </p:cNvPr>
          <p:cNvSpPr>
            <a:spLocks noGrp="1"/>
          </p:cNvSpPr>
          <p:nvPr>
            <p:ph type="dt" sz="half" idx="10"/>
          </p:nvPr>
        </p:nvSpPr>
        <p:spPr/>
        <p:txBody>
          <a:bodyPr/>
          <a:lstStyle>
            <a:lvl1pPr>
              <a:defRPr/>
            </a:lvl1pPr>
          </a:lstStyle>
          <a:p>
            <a:pPr>
              <a:defRPr/>
            </a:pPr>
            <a:fld id="{C6499079-B515-5242-8BBE-83BC607D91F0}" type="datetimeFigureOut">
              <a:rPr lang="en-US"/>
              <a:pPr>
                <a:defRPr/>
              </a:pPr>
              <a:t>5/29/26</a:t>
            </a:fld>
            <a:endParaRPr lang="en-US"/>
          </a:p>
        </p:txBody>
      </p:sp>
      <p:sp>
        <p:nvSpPr>
          <p:cNvPr id="10" name="Footer Placeholder 4">
            <a:extLst>
              <a:ext uri="{FF2B5EF4-FFF2-40B4-BE49-F238E27FC236}">
                <a16:creationId xmlns:a16="http://schemas.microsoft.com/office/drawing/2014/main" id="{34191516-136C-62CA-798A-4C0B4D1243F3}"/>
              </a:ext>
            </a:extLst>
          </p:cNvPr>
          <p:cNvSpPr>
            <a:spLocks noGrp="1"/>
          </p:cNvSpPr>
          <p:nvPr>
            <p:ph type="ftr" sz="quarter" idx="11"/>
          </p:nvPr>
        </p:nvSpPr>
        <p:spPr/>
        <p:txBody>
          <a:bodyPr/>
          <a:lstStyle>
            <a:lvl1pPr>
              <a:defRPr/>
            </a:lvl1pPr>
          </a:lstStyle>
          <a:p>
            <a:pPr>
              <a:defRPr/>
            </a:pPr>
            <a:endParaRPr lang="en-US"/>
          </a:p>
        </p:txBody>
      </p:sp>
      <p:sp>
        <p:nvSpPr>
          <p:cNvPr id="11" name="Slide Number Placeholder 5">
            <a:extLst>
              <a:ext uri="{FF2B5EF4-FFF2-40B4-BE49-F238E27FC236}">
                <a16:creationId xmlns:a16="http://schemas.microsoft.com/office/drawing/2014/main" id="{675BE8E0-D6C1-0DE5-8072-22EB3C3A9CD9}"/>
              </a:ext>
            </a:extLst>
          </p:cNvPr>
          <p:cNvSpPr>
            <a:spLocks noGrp="1"/>
          </p:cNvSpPr>
          <p:nvPr>
            <p:ph type="sldNum" sz="quarter" idx="12"/>
          </p:nvPr>
        </p:nvSpPr>
        <p:spPr/>
        <p:txBody>
          <a:bodyPr/>
          <a:lstStyle>
            <a:lvl1pPr>
              <a:defRPr/>
            </a:lvl1pPr>
          </a:lstStyle>
          <a:p>
            <a:pPr>
              <a:defRPr/>
            </a:pPr>
            <a:fld id="{38E9BBE0-388B-5343-913B-DF19ABF7FEAF}" type="slidenum">
              <a:rPr lang="en-US"/>
              <a:pPr>
                <a:defRPr/>
              </a:pPr>
              <a:t>‹#›</a:t>
            </a:fld>
            <a:endParaRPr lang="en-US"/>
          </a:p>
        </p:txBody>
      </p:sp>
    </p:spTree>
    <p:extLst>
      <p:ext uri="{BB962C8B-B14F-4D97-AF65-F5344CB8AC3E}">
        <p14:creationId xmlns:p14="http://schemas.microsoft.com/office/powerpoint/2010/main" val="3261295838"/>
      </p:ext>
    </p:extLst>
  </p:cSld>
  <p:clrMapOvr>
    <a:masterClrMapping/>
  </p:clrMapOvr>
  <p:transition spd="slow"/>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4" name="Graphic 17">
            <a:extLst>
              <a:ext uri="{FF2B5EF4-FFF2-40B4-BE49-F238E27FC236}">
                <a16:creationId xmlns:a16="http://schemas.microsoft.com/office/drawing/2014/main" id="{8C3599F0-81D6-E32A-34D8-776224998277}"/>
              </a:ext>
            </a:extLst>
          </p:cNvPr>
          <p:cNvGrpSpPr/>
          <p:nvPr/>
        </p:nvGrpSpPr>
        <p:grpSpPr>
          <a:xfrm>
            <a:off x="9703276" y="5640828"/>
            <a:ext cx="1671795" cy="394991"/>
            <a:chOff x="115614" y="1936057"/>
            <a:chExt cx="7534694" cy="1780203"/>
          </a:xfrm>
          <a:solidFill>
            <a:schemeClr val="bg1"/>
          </a:solidFill>
        </p:grpSpPr>
        <p:sp>
          <p:nvSpPr>
            <p:cNvPr id="5" name="Freeform 4">
              <a:extLst>
                <a:ext uri="{FF2B5EF4-FFF2-40B4-BE49-F238E27FC236}">
                  <a16:creationId xmlns:a16="http://schemas.microsoft.com/office/drawing/2014/main" id="{0D73EE8F-20DB-BF6E-7027-4A3B56E49AF2}"/>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0114C1B7-75DC-3E36-9CA4-A394E2E8FF57}"/>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2" name="Title 1"/>
          <p:cNvSpPr>
            <a:spLocks noGrp="1"/>
          </p:cNvSpPr>
          <p:nvPr>
            <p:ph type="title"/>
          </p:nvPr>
        </p:nvSpPr>
        <p:spPr>
          <a:xfrm>
            <a:off x="559276" y="1079352"/>
            <a:ext cx="10515600" cy="2852737"/>
          </a:xfrm>
        </p:spPr>
        <p:txBody>
          <a:bodyPr anchor="b">
            <a:normAutofit/>
          </a:bodyPr>
          <a:lstStyle>
            <a:lvl1pPr>
              <a:defRPr sz="4000">
                <a:solidFill>
                  <a:schemeClr val="bg1"/>
                </a:solidFill>
              </a:defRPr>
            </a:lvl1pPr>
          </a:lstStyle>
          <a:p>
            <a:r>
              <a:rPr lang="en-US"/>
              <a:t>Click to edit Master title style</a:t>
            </a:r>
          </a:p>
        </p:txBody>
      </p:sp>
      <p:sp>
        <p:nvSpPr>
          <p:cNvPr id="3" name="Text Placeholder 2"/>
          <p:cNvSpPr>
            <a:spLocks noGrp="1"/>
          </p:cNvSpPr>
          <p:nvPr>
            <p:ph type="body" idx="1"/>
          </p:nvPr>
        </p:nvSpPr>
        <p:spPr>
          <a:xfrm>
            <a:off x="559276" y="3973987"/>
            <a:ext cx="10515600" cy="1500187"/>
          </a:xfrm>
        </p:spPr>
        <p:txBody>
          <a:bodyPr>
            <a:normAutofit/>
          </a:bodyPr>
          <a:lstStyle>
            <a:lvl1pPr marL="0" indent="0">
              <a:buNone/>
              <a:defRPr sz="2000" spc="300">
                <a:solidFill>
                  <a:schemeClr val="accent4"/>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7" name="Date Placeholder 3">
            <a:extLst>
              <a:ext uri="{FF2B5EF4-FFF2-40B4-BE49-F238E27FC236}">
                <a16:creationId xmlns:a16="http://schemas.microsoft.com/office/drawing/2014/main" id="{3540F1E8-9584-335B-A419-9249FCB12A92}"/>
              </a:ext>
            </a:extLst>
          </p:cNvPr>
          <p:cNvSpPr>
            <a:spLocks noGrp="1"/>
          </p:cNvSpPr>
          <p:nvPr>
            <p:ph type="dt" sz="half" idx="10"/>
          </p:nvPr>
        </p:nvSpPr>
        <p:spPr/>
        <p:txBody>
          <a:bodyPr/>
          <a:lstStyle>
            <a:lvl1pPr>
              <a:defRPr/>
            </a:lvl1pPr>
          </a:lstStyle>
          <a:p>
            <a:pPr>
              <a:defRPr/>
            </a:pPr>
            <a:fld id="{4B59BC35-9AF0-5845-BD5F-49F7C2738BCB}" type="datetimeFigureOut">
              <a:rPr lang="en-US"/>
              <a:pPr>
                <a:defRPr/>
              </a:pPr>
              <a:t>5/29/26</a:t>
            </a:fld>
            <a:endParaRPr lang="en-US"/>
          </a:p>
        </p:txBody>
      </p:sp>
      <p:sp>
        <p:nvSpPr>
          <p:cNvPr id="8" name="Footer Placeholder 4">
            <a:extLst>
              <a:ext uri="{FF2B5EF4-FFF2-40B4-BE49-F238E27FC236}">
                <a16:creationId xmlns:a16="http://schemas.microsoft.com/office/drawing/2014/main" id="{1B658421-29BF-7207-5DF0-FCB995C1A093}"/>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8EBC6B23-73C2-2C47-15AC-99F74402ADF0}"/>
              </a:ext>
            </a:extLst>
          </p:cNvPr>
          <p:cNvSpPr>
            <a:spLocks noGrp="1"/>
          </p:cNvSpPr>
          <p:nvPr>
            <p:ph type="sldNum" sz="quarter" idx="12"/>
          </p:nvPr>
        </p:nvSpPr>
        <p:spPr/>
        <p:txBody>
          <a:bodyPr/>
          <a:lstStyle>
            <a:lvl1pPr>
              <a:defRPr/>
            </a:lvl1pPr>
          </a:lstStyle>
          <a:p>
            <a:pPr>
              <a:defRPr/>
            </a:pPr>
            <a:fld id="{BB9FDC76-69F4-DA4B-A361-2845E214A06D}" type="slidenum">
              <a:rPr lang="en-US"/>
              <a:pPr>
                <a:defRPr/>
              </a:pPr>
              <a:t>‹#›</a:t>
            </a:fld>
            <a:endParaRPr lang="en-US"/>
          </a:p>
        </p:txBody>
      </p:sp>
    </p:spTree>
    <p:extLst>
      <p:ext uri="{BB962C8B-B14F-4D97-AF65-F5344CB8AC3E}">
        <p14:creationId xmlns:p14="http://schemas.microsoft.com/office/powerpoint/2010/main" val="27219349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1_Section Header Alt1">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59276" y="1345368"/>
            <a:ext cx="9692640" cy="2852737"/>
          </a:xfrm>
        </p:spPr>
        <p:txBody>
          <a:bodyPr anchor="b">
            <a:normAutofit/>
          </a:bodyPr>
          <a:lstStyle>
            <a:lvl1pPr algn="r">
              <a:defRPr sz="4800">
                <a:solidFill>
                  <a:schemeClr val="bg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59276" y="4236999"/>
            <a:ext cx="9692640" cy="1500187"/>
          </a:xfrm>
        </p:spPr>
        <p:txBody>
          <a:bodyPr>
            <a:normAutofit/>
          </a:bodyPr>
          <a:lstStyle>
            <a:lvl1pPr marL="0" indent="0" algn="r">
              <a:buNone/>
              <a:defRPr sz="2200" spc="600">
                <a:solidFill>
                  <a:schemeClr val="accent4"/>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48E550-4318-D059-3F88-B80F36830643}"/>
              </a:ext>
            </a:extLst>
          </p:cNvPr>
          <p:cNvSpPr>
            <a:spLocks noGrp="1"/>
          </p:cNvSpPr>
          <p:nvPr>
            <p:ph type="dt" sz="half" idx="10"/>
          </p:nvPr>
        </p:nvSpPr>
        <p:spPr/>
        <p:txBody>
          <a:bodyPr/>
          <a:lstStyle>
            <a:lvl1pPr>
              <a:defRPr/>
            </a:lvl1pPr>
          </a:lstStyle>
          <a:p>
            <a:pPr>
              <a:defRPr/>
            </a:pPr>
            <a:fld id="{7277A2B9-BB53-5746-83EB-0E3778AF850F}" type="datetimeFigureOut">
              <a:rPr lang="en-US"/>
              <a:pPr>
                <a:defRPr/>
              </a:pPr>
              <a:t>5/29/26</a:t>
            </a:fld>
            <a:endParaRPr lang="en-US"/>
          </a:p>
        </p:txBody>
      </p:sp>
      <p:sp>
        <p:nvSpPr>
          <p:cNvPr id="5" name="Footer Placeholder 4">
            <a:extLst>
              <a:ext uri="{FF2B5EF4-FFF2-40B4-BE49-F238E27FC236}">
                <a16:creationId xmlns:a16="http://schemas.microsoft.com/office/drawing/2014/main" id="{CAEB6125-D6F1-0E93-1AA2-164B85390E19}"/>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E9555229-92CA-7DFA-8843-27166ACB5317}"/>
              </a:ext>
            </a:extLst>
          </p:cNvPr>
          <p:cNvSpPr>
            <a:spLocks noGrp="1"/>
          </p:cNvSpPr>
          <p:nvPr>
            <p:ph type="sldNum" sz="quarter" idx="12"/>
          </p:nvPr>
        </p:nvSpPr>
        <p:spPr/>
        <p:txBody>
          <a:bodyPr/>
          <a:lstStyle>
            <a:lvl1pPr>
              <a:defRPr/>
            </a:lvl1pPr>
          </a:lstStyle>
          <a:p>
            <a:pPr>
              <a:defRPr/>
            </a:pPr>
            <a:fld id="{8126F5D3-5A34-744D-A8EA-2D8F378D8466}" type="slidenum">
              <a:rPr lang="en-US"/>
              <a:pPr>
                <a:defRPr/>
              </a:pPr>
              <a:t>‹#›</a:t>
            </a:fld>
            <a:endParaRPr lang="en-US"/>
          </a:p>
        </p:txBody>
      </p:sp>
    </p:spTree>
    <p:extLst>
      <p:ext uri="{BB962C8B-B14F-4D97-AF65-F5344CB8AC3E}">
        <p14:creationId xmlns:p14="http://schemas.microsoft.com/office/powerpoint/2010/main" val="3836351609"/>
      </p:ext>
    </p:extLst>
  </p:cSld>
  <p:clrMapOvr>
    <a:masterClrMapping/>
  </p:clrMapOvr>
  <p:transition spd="slow"/>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_Section Header Light">
    <p:spTree>
      <p:nvGrpSpPr>
        <p:cNvPr id="1" name=""/>
        <p:cNvGrpSpPr/>
        <p:nvPr/>
      </p:nvGrpSpPr>
      <p:grpSpPr>
        <a:xfrm>
          <a:off x="0" y="0"/>
          <a:ext cx="0" cy="0"/>
          <a:chOff x="0" y="0"/>
          <a:chExt cx="0" cy="0"/>
        </a:xfrm>
      </p:grpSpPr>
      <p:pic>
        <p:nvPicPr>
          <p:cNvPr id="4" name="Picture 9">
            <a:extLst>
              <a:ext uri="{FF2B5EF4-FFF2-40B4-BE49-F238E27FC236}">
                <a16:creationId xmlns:a16="http://schemas.microsoft.com/office/drawing/2014/main" id="{C7A8E1E3-8F1C-8B2D-552A-83DF418A20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9839" t="214" b="35124"/>
          <a:stretch>
            <a:fillRect/>
          </a:stretch>
        </p:blipFill>
        <p:spPr bwMode="auto">
          <a:xfrm>
            <a:off x="0" y="1325563"/>
            <a:ext cx="12192000" cy="5532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4">
            <a:extLst>
              <a:ext uri="{FF2B5EF4-FFF2-40B4-BE49-F238E27FC236}">
                <a16:creationId xmlns:a16="http://schemas.microsoft.com/office/drawing/2014/main" id="{230C62B8-12A9-F27B-7935-D88594A59931}"/>
              </a:ext>
            </a:extLst>
          </p:cNvPr>
          <p:cNvSpPr/>
          <p:nvPr/>
        </p:nvSpPr>
        <p:spPr>
          <a:xfrm>
            <a:off x="0" y="0"/>
            <a:ext cx="12192000" cy="6858000"/>
          </a:xfrm>
          <a:prstGeom prst="rect">
            <a:avLst/>
          </a:prstGeom>
          <a:gradFill flip="none" rotWithShape="1">
            <a:gsLst>
              <a:gs pos="18000">
                <a:schemeClr val="bg1"/>
              </a:gs>
              <a:gs pos="72000">
                <a:schemeClr val="accent1">
                  <a:tint val="23500"/>
                  <a:satMod val="160000"/>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grpSp>
        <p:nvGrpSpPr>
          <p:cNvPr id="6" name="Graphic 17">
            <a:extLst>
              <a:ext uri="{FF2B5EF4-FFF2-40B4-BE49-F238E27FC236}">
                <a16:creationId xmlns:a16="http://schemas.microsoft.com/office/drawing/2014/main" id="{33E9B4D6-6329-BD7C-1CE6-7804CC2306A3}"/>
              </a:ext>
            </a:extLst>
          </p:cNvPr>
          <p:cNvGrpSpPr/>
          <p:nvPr/>
        </p:nvGrpSpPr>
        <p:grpSpPr>
          <a:xfrm>
            <a:off x="10655460" y="6375908"/>
            <a:ext cx="1100676" cy="260054"/>
            <a:chOff x="115614" y="1936057"/>
            <a:chExt cx="7534694" cy="1780203"/>
          </a:xfrm>
          <a:solidFill>
            <a:schemeClr val="tx1"/>
          </a:solidFill>
        </p:grpSpPr>
        <p:sp>
          <p:nvSpPr>
            <p:cNvPr id="7" name="Freeform 6">
              <a:extLst>
                <a:ext uri="{FF2B5EF4-FFF2-40B4-BE49-F238E27FC236}">
                  <a16:creationId xmlns:a16="http://schemas.microsoft.com/office/drawing/2014/main" id="{C51D21AE-4C31-1C6F-02A6-F5B1E97B9BA1}"/>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8" name="Freeform 7">
              <a:extLst>
                <a:ext uri="{FF2B5EF4-FFF2-40B4-BE49-F238E27FC236}">
                  <a16:creationId xmlns:a16="http://schemas.microsoft.com/office/drawing/2014/main" id="{C830F92C-60D8-E900-14BF-7FBA837D932C}"/>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2" name="Title 1"/>
          <p:cNvSpPr>
            <a:spLocks noGrp="1"/>
          </p:cNvSpPr>
          <p:nvPr>
            <p:ph type="title"/>
          </p:nvPr>
        </p:nvSpPr>
        <p:spPr>
          <a:xfrm>
            <a:off x="648065" y="2418706"/>
            <a:ext cx="10515600" cy="2852737"/>
          </a:xfrm>
        </p:spPr>
        <p:txBody>
          <a:bodyPr>
            <a:normAutofit/>
          </a:bodyPr>
          <a:lstStyle>
            <a:lvl1pPr>
              <a:defRPr sz="4800">
                <a:solidFill>
                  <a:schemeClr val="tx1"/>
                </a:solidFill>
              </a:defRPr>
            </a:lvl1pPr>
          </a:lstStyle>
          <a:p>
            <a:r>
              <a:rPr lang="en-US"/>
              <a:t>Click to edit Master title style</a:t>
            </a:r>
            <a:endParaRPr lang="en-US" dirty="0"/>
          </a:p>
        </p:txBody>
      </p:sp>
      <p:sp>
        <p:nvSpPr>
          <p:cNvPr id="3" name="Text Placeholder 2"/>
          <p:cNvSpPr>
            <a:spLocks noGrp="1"/>
          </p:cNvSpPr>
          <p:nvPr>
            <p:ph type="body" idx="1"/>
          </p:nvPr>
        </p:nvSpPr>
        <p:spPr>
          <a:xfrm>
            <a:off x="648065" y="903458"/>
            <a:ext cx="10515600" cy="1500187"/>
          </a:xfrm>
        </p:spPr>
        <p:txBody>
          <a:bodyPr anchor="b">
            <a:normAutofit/>
          </a:bodyPr>
          <a:lstStyle>
            <a:lvl1pPr marL="0" indent="0">
              <a:buNone/>
              <a:defRPr sz="2000" spc="300">
                <a:solidFill>
                  <a:schemeClr val="accent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9" name="Date Placeholder 3">
            <a:extLst>
              <a:ext uri="{FF2B5EF4-FFF2-40B4-BE49-F238E27FC236}">
                <a16:creationId xmlns:a16="http://schemas.microsoft.com/office/drawing/2014/main" id="{CAB4372E-0FB4-E3B0-43EE-F9083AE4ABD9}"/>
              </a:ext>
            </a:extLst>
          </p:cNvPr>
          <p:cNvSpPr>
            <a:spLocks noGrp="1"/>
          </p:cNvSpPr>
          <p:nvPr>
            <p:ph type="dt" sz="half" idx="10"/>
          </p:nvPr>
        </p:nvSpPr>
        <p:spPr/>
        <p:txBody>
          <a:bodyPr/>
          <a:lstStyle>
            <a:lvl1pPr>
              <a:defRPr/>
            </a:lvl1pPr>
          </a:lstStyle>
          <a:p>
            <a:pPr>
              <a:defRPr/>
            </a:pPr>
            <a:fld id="{232F43E4-1A20-DE4A-A8C9-7DFFA88AACC1}" type="datetimeFigureOut">
              <a:rPr lang="en-US"/>
              <a:pPr>
                <a:defRPr/>
              </a:pPr>
              <a:t>5/29/26</a:t>
            </a:fld>
            <a:endParaRPr lang="en-US"/>
          </a:p>
        </p:txBody>
      </p:sp>
      <p:sp>
        <p:nvSpPr>
          <p:cNvPr id="10" name="Footer Placeholder 4">
            <a:extLst>
              <a:ext uri="{FF2B5EF4-FFF2-40B4-BE49-F238E27FC236}">
                <a16:creationId xmlns:a16="http://schemas.microsoft.com/office/drawing/2014/main" id="{B7903612-B747-FF56-5D2E-C5E63E1DBA17}"/>
              </a:ext>
            </a:extLst>
          </p:cNvPr>
          <p:cNvSpPr>
            <a:spLocks noGrp="1"/>
          </p:cNvSpPr>
          <p:nvPr>
            <p:ph type="ftr" sz="quarter" idx="11"/>
          </p:nvPr>
        </p:nvSpPr>
        <p:spPr/>
        <p:txBody>
          <a:bodyPr/>
          <a:lstStyle>
            <a:lvl1pPr>
              <a:defRPr/>
            </a:lvl1pPr>
          </a:lstStyle>
          <a:p>
            <a:pPr>
              <a:defRPr/>
            </a:pPr>
            <a:endParaRPr lang="en-US"/>
          </a:p>
        </p:txBody>
      </p:sp>
      <p:sp>
        <p:nvSpPr>
          <p:cNvPr id="11" name="Slide Number Placeholder 5">
            <a:extLst>
              <a:ext uri="{FF2B5EF4-FFF2-40B4-BE49-F238E27FC236}">
                <a16:creationId xmlns:a16="http://schemas.microsoft.com/office/drawing/2014/main" id="{418CCBD0-1549-8C76-F068-9F3610048277}"/>
              </a:ext>
            </a:extLst>
          </p:cNvPr>
          <p:cNvSpPr>
            <a:spLocks noGrp="1"/>
          </p:cNvSpPr>
          <p:nvPr>
            <p:ph type="sldNum" sz="quarter" idx="12"/>
          </p:nvPr>
        </p:nvSpPr>
        <p:spPr/>
        <p:txBody>
          <a:bodyPr/>
          <a:lstStyle>
            <a:lvl1pPr>
              <a:defRPr/>
            </a:lvl1pPr>
          </a:lstStyle>
          <a:p>
            <a:pPr>
              <a:defRPr/>
            </a:pPr>
            <a:fld id="{E7FD73BC-25DA-8144-A8A6-6578505B15A0}" type="slidenum">
              <a:rPr lang="en-US"/>
              <a:pPr>
                <a:defRPr/>
              </a:pPr>
              <a:t>‹#›</a:t>
            </a:fld>
            <a:endParaRPr lang="en-US"/>
          </a:p>
        </p:txBody>
      </p:sp>
    </p:spTree>
    <p:extLst>
      <p:ext uri="{BB962C8B-B14F-4D97-AF65-F5344CB8AC3E}">
        <p14:creationId xmlns:p14="http://schemas.microsoft.com/office/powerpoint/2010/main" val="2001534344"/>
      </p:ext>
    </p:extLst>
  </p:cSld>
  <p:clrMapOvr>
    <a:masterClrMapping/>
  </p:clrMapOvr>
  <p:transition spd="slow"/>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36331" y="612648"/>
            <a:ext cx="11196860" cy="1078040"/>
          </a:xfrm>
        </p:spPr>
        <p:txBody>
          <a:bodyPr/>
          <a:lstStyle/>
          <a:p>
            <a:r>
              <a:rPr lang="en-US"/>
              <a:t>Click to edit Master title style</a:t>
            </a:r>
          </a:p>
        </p:txBody>
      </p:sp>
      <p:sp>
        <p:nvSpPr>
          <p:cNvPr id="3" name="Content Placeholder 2"/>
          <p:cNvSpPr>
            <a:spLocks noGrp="1"/>
          </p:cNvSpPr>
          <p:nvPr>
            <p:ph sz="half" idx="1"/>
          </p:nvPr>
        </p:nvSpPr>
        <p:spPr>
          <a:xfrm>
            <a:off x="33633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F0C417F9-FE84-3E8C-33F4-7FD9770A9179}"/>
              </a:ext>
            </a:extLst>
          </p:cNvPr>
          <p:cNvSpPr>
            <a:spLocks noGrp="1"/>
          </p:cNvSpPr>
          <p:nvPr>
            <p:ph type="dt" sz="half" idx="10"/>
          </p:nvPr>
        </p:nvSpPr>
        <p:spPr/>
        <p:txBody>
          <a:bodyPr/>
          <a:lstStyle>
            <a:lvl1pPr>
              <a:defRPr/>
            </a:lvl1pPr>
          </a:lstStyle>
          <a:p>
            <a:pPr>
              <a:defRPr/>
            </a:pPr>
            <a:fld id="{39329F46-3E33-1E4A-A9C7-10006FDB0618}" type="datetimeFigureOut">
              <a:rPr lang="en-US"/>
              <a:pPr>
                <a:defRPr/>
              </a:pPr>
              <a:t>5/29/26</a:t>
            </a:fld>
            <a:endParaRPr lang="en-US" dirty="0"/>
          </a:p>
        </p:txBody>
      </p:sp>
      <p:sp>
        <p:nvSpPr>
          <p:cNvPr id="6" name="Footer Placeholder 4">
            <a:extLst>
              <a:ext uri="{FF2B5EF4-FFF2-40B4-BE49-F238E27FC236}">
                <a16:creationId xmlns:a16="http://schemas.microsoft.com/office/drawing/2014/main" id="{DAE63C90-D348-386B-1317-06F71A5D36A9}"/>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47A7D691-10A8-8608-6ADE-6603D9901F83}"/>
              </a:ext>
            </a:extLst>
          </p:cNvPr>
          <p:cNvSpPr>
            <a:spLocks noGrp="1"/>
          </p:cNvSpPr>
          <p:nvPr>
            <p:ph type="sldNum" sz="quarter" idx="12"/>
          </p:nvPr>
        </p:nvSpPr>
        <p:spPr/>
        <p:txBody>
          <a:bodyPr/>
          <a:lstStyle>
            <a:lvl1pPr>
              <a:defRPr/>
            </a:lvl1pPr>
          </a:lstStyle>
          <a:p>
            <a:pPr>
              <a:defRPr/>
            </a:pPr>
            <a:fld id="{166D81D8-08CD-FC41-A53E-402C2F16641E}" type="slidenum">
              <a:rPr lang="en-US"/>
              <a:pPr>
                <a:defRPr/>
              </a:pPr>
              <a:t>‹#›</a:t>
            </a:fld>
            <a:endParaRPr lang="en-US" dirty="0"/>
          </a:p>
        </p:txBody>
      </p:sp>
    </p:spTree>
    <p:extLst>
      <p:ext uri="{BB962C8B-B14F-4D97-AF65-F5344CB8AC3E}">
        <p14:creationId xmlns:p14="http://schemas.microsoft.com/office/powerpoint/2010/main" val="2906821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A03C6975-0105-A879-020E-067D7875FCA7}"/>
              </a:ext>
            </a:extLst>
          </p:cNvPr>
          <p:cNvSpPr>
            <a:spLocks noGrp="1"/>
          </p:cNvSpPr>
          <p:nvPr>
            <p:ph type="dt" sz="half" idx="10"/>
          </p:nvPr>
        </p:nvSpPr>
        <p:spPr/>
        <p:txBody>
          <a:bodyPr/>
          <a:lstStyle>
            <a:lvl1pPr>
              <a:defRPr/>
            </a:lvl1pPr>
          </a:lstStyle>
          <a:p>
            <a:pPr>
              <a:defRPr/>
            </a:pPr>
            <a:fld id="{C220EF92-8996-5743-8850-6D82C1932D73}" type="datetimeFigureOut">
              <a:rPr lang="en-US"/>
              <a:pPr>
                <a:defRPr/>
              </a:pPr>
              <a:t>5/29/26</a:t>
            </a:fld>
            <a:endParaRPr lang="en-US" dirty="0"/>
          </a:p>
        </p:txBody>
      </p:sp>
      <p:sp>
        <p:nvSpPr>
          <p:cNvPr id="8" name="Footer Placeholder 4">
            <a:extLst>
              <a:ext uri="{FF2B5EF4-FFF2-40B4-BE49-F238E27FC236}">
                <a16:creationId xmlns:a16="http://schemas.microsoft.com/office/drawing/2014/main" id="{CC6E09F7-8FEE-2388-8EEF-0BA96802FE5E}"/>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586A6541-DCD8-C1E7-68BF-5064B659A5B8}"/>
              </a:ext>
            </a:extLst>
          </p:cNvPr>
          <p:cNvSpPr>
            <a:spLocks noGrp="1"/>
          </p:cNvSpPr>
          <p:nvPr>
            <p:ph type="sldNum" sz="quarter" idx="12"/>
          </p:nvPr>
        </p:nvSpPr>
        <p:spPr/>
        <p:txBody>
          <a:bodyPr/>
          <a:lstStyle>
            <a:lvl1pPr>
              <a:defRPr/>
            </a:lvl1pPr>
          </a:lstStyle>
          <a:p>
            <a:pPr>
              <a:defRPr/>
            </a:pPr>
            <a:fld id="{94050D2B-2946-D847-BEC4-D6D495703B32}" type="slidenum">
              <a:rPr lang="en-US"/>
              <a:pPr>
                <a:defRPr/>
              </a:pPr>
              <a:t>‹#›</a:t>
            </a:fld>
            <a:endParaRPr lang="en-US" dirty="0"/>
          </a:p>
        </p:txBody>
      </p:sp>
    </p:spTree>
    <p:extLst>
      <p:ext uri="{BB962C8B-B14F-4D97-AF65-F5344CB8AC3E}">
        <p14:creationId xmlns:p14="http://schemas.microsoft.com/office/powerpoint/2010/main" val="33445652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a:extLst>
              <a:ext uri="{FF2B5EF4-FFF2-40B4-BE49-F238E27FC236}">
                <a16:creationId xmlns:a16="http://schemas.microsoft.com/office/drawing/2014/main" id="{BFFF650D-3C68-6792-B5ED-05DF000A8F43}"/>
              </a:ext>
            </a:extLst>
          </p:cNvPr>
          <p:cNvSpPr>
            <a:spLocks noGrp="1"/>
          </p:cNvSpPr>
          <p:nvPr>
            <p:ph type="dt" sz="half" idx="10"/>
          </p:nvPr>
        </p:nvSpPr>
        <p:spPr/>
        <p:txBody>
          <a:bodyPr/>
          <a:lstStyle>
            <a:lvl1pPr>
              <a:defRPr/>
            </a:lvl1pPr>
          </a:lstStyle>
          <a:p>
            <a:pPr>
              <a:defRPr/>
            </a:pPr>
            <a:fld id="{76F34937-E645-B544-8025-806A721AC4FA}" type="datetimeFigureOut">
              <a:rPr lang="en-US"/>
              <a:pPr>
                <a:defRPr/>
              </a:pPr>
              <a:t>5/29/26</a:t>
            </a:fld>
            <a:endParaRPr lang="en-US" dirty="0"/>
          </a:p>
        </p:txBody>
      </p:sp>
      <p:sp>
        <p:nvSpPr>
          <p:cNvPr id="4" name="Footer Placeholder 4">
            <a:extLst>
              <a:ext uri="{FF2B5EF4-FFF2-40B4-BE49-F238E27FC236}">
                <a16:creationId xmlns:a16="http://schemas.microsoft.com/office/drawing/2014/main" id="{1D96BAC6-FC1A-B627-B16B-C55114397EDE}"/>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E26E0B69-BB92-9C3C-6F93-E3F129D47541}"/>
              </a:ext>
            </a:extLst>
          </p:cNvPr>
          <p:cNvSpPr>
            <a:spLocks noGrp="1"/>
          </p:cNvSpPr>
          <p:nvPr>
            <p:ph type="sldNum" sz="quarter" idx="12"/>
          </p:nvPr>
        </p:nvSpPr>
        <p:spPr/>
        <p:txBody>
          <a:bodyPr/>
          <a:lstStyle>
            <a:lvl1pPr>
              <a:defRPr/>
            </a:lvl1pPr>
          </a:lstStyle>
          <a:p>
            <a:pPr>
              <a:defRPr/>
            </a:pPr>
            <a:fld id="{33817F1B-A863-DD40-BB81-B91F855EDE7D}" type="slidenum">
              <a:rPr lang="en-US"/>
              <a:pPr>
                <a:defRPr/>
              </a:pPr>
              <a:t>‹#›</a:t>
            </a:fld>
            <a:endParaRPr lang="en-US" dirty="0"/>
          </a:p>
        </p:txBody>
      </p:sp>
    </p:spTree>
    <p:extLst>
      <p:ext uri="{BB962C8B-B14F-4D97-AF65-F5344CB8AC3E}">
        <p14:creationId xmlns:p14="http://schemas.microsoft.com/office/powerpoint/2010/main" val="36591394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72F85A7-3282-691E-DC01-3372F5220C16}"/>
              </a:ext>
            </a:extLst>
          </p:cNvPr>
          <p:cNvSpPr>
            <a:spLocks noGrp="1"/>
          </p:cNvSpPr>
          <p:nvPr>
            <p:ph type="dt" sz="half" idx="10"/>
          </p:nvPr>
        </p:nvSpPr>
        <p:spPr/>
        <p:txBody>
          <a:bodyPr/>
          <a:lstStyle>
            <a:lvl1pPr>
              <a:defRPr/>
            </a:lvl1pPr>
          </a:lstStyle>
          <a:p>
            <a:pPr>
              <a:defRPr/>
            </a:pPr>
            <a:fld id="{4E3A68C5-F534-3C44-9F58-9A06DB0C9B11}" type="datetimeFigureOut">
              <a:rPr lang="en-US"/>
              <a:pPr>
                <a:defRPr/>
              </a:pPr>
              <a:t>5/29/26</a:t>
            </a:fld>
            <a:endParaRPr lang="en-US"/>
          </a:p>
        </p:txBody>
      </p:sp>
      <p:sp>
        <p:nvSpPr>
          <p:cNvPr id="3" name="Footer Placeholder 2">
            <a:extLst>
              <a:ext uri="{FF2B5EF4-FFF2-40B4-BE49-F238E27FC236}">
                <a16:creationId xmlns:a16="http://schemas.microsoft.com/office/drawing/2014/main" id="{B875D7AD-0893-B7C6-D584-AEF6B0F5BD41}"/>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3">
            <a:extLst>
              <a:ext uri="{FF2B5EF4-FFF2-40B4-BE49-F238E27FC236}">
                <a16:creationId xmlns:a16="http://schemas.microsoft.com/office/drawing/2014/main" id="{85732C88-5D1D-1104-C136-203221989526}"/>
              </a:ext>
            </a:extLst>
          </p:cNvPr>
          <p:cNvSpPr>
            <a:spLocks noGrp="1"/>
          </p:cNvSpPr>
          <p:nvPr>
            <p:ph type="sldNum" sz="quarter" idx="12"/>
          </p:nvPr>
        </p:nvSpPr>
        <p:spPr/>
        <p:txBody>
          <a:bodyPr/>
          <a:lstStyle>
            <a:lvl1pPr>
              <a:defRPr/>
            </a:lvl1pPr>
          </a:lstStyle>
          <a:p>
            <a:pPr>
              <a:defRPr/>
            </a:pPr>
            <a:fld id="{DD95CC3A-A3FC-AC4C-9236-DC97CFB48B1D}" type="slidenum">
              <a:rPr lang="en-US"/>
              <a:pPr>
                <a:defRPr/>
              </a:pPr>
              <a:t>‹#›</a:t>
            </a:fld>
            <a:endParaRPr lang="en-US"/>
          </a:p>
        </p:txBody>
      </p:sp>
    </p:spTree>
    <p:extLst>
      <p:ext uri="{BB962C8B-B14F-4D97-AF65-F5344CB8AC3E}">
        <p14:creationId xmlns:p14="http://schemas.microsoft.com/office/powerpoint/2010/main" val="11979929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8B534E54-A0A6-8E66-5CEB-9D46BB0F6A67}"/>
              </a:ext>
            </a:extLst>
          </p:cNvPr>
          <p:cNvSpPr>
            <a:spLocks noGrp="1"/>
          </p:cNvSpPr>
          <p:nvPr>
            <p:ph type="dt" sz="half" idx="10"/>
          </p:nvPr>
        </p:nvSpPr>
        <p:spPr/>
        <p:txBody>
          <a:bodyPr/>
          <a:lstStyle>
            <a:lvl1pPr>
              <a:defRPr/>
            </a:lvl1pPr>
          </a:lstStyle>
          <a:p>
            <a:pPr>
              <a:defRPr/>
            </a:pPr>
            <a:fld id="{7F99CD99-EF5D-B742-A0E9-298C47E29AAD}" type="datetimeFigureOut">
              <a:rPr lang="en-US"/>
              <a:pPr>
                <a:defRPr/>
              </a:pPr>
              <a:t>5/29/26</a:t>
            </a:fld>
            <a:endParaRPr lang="en-US" dirty="0"/>
          </a:p>
        </p:txBody>
      </p:sp>
      <p:sp>
        <p:nvSpPr>
          <p:cNvPr id="6" name="Footer Placeholder 4">
            <a:extLst>
              <a:ext uri="{FF2B5EF4-FFF2-40B4-BE49-F238E27FC236}">
                <a16:creationId xmlns:a16="http://schemas.microsoft.com/office/drawing/2014/main" id="{E411563F-E0AB-B111-D603-B52D07103790}"/>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498C6773-4CDC-5B72-545F-6D2DE7556B85}"/>
              </a:ext>
            </a:extLst>
          </p:cNvPr>
          <p:cNvSpPr>
            <a:spLocks noGrp="1"/>
          </p:cNvSpPr>
          <p:nvPr>
            <p:ph type="sldNum" sz="quarter" idx="12"/>
          </p:nvPr>
        </p:nvSpPr>
        <p:spPr/>
        <p:txBody>
          <a:bodyPr/>
          <a:lstStyle>
            <a:lvl1pPr>
              <a:defRPr/>
            </a:lvl1pPr>
          </a:lstStyle>
          <a:p>
            <a:pPr>
              <a:defRPr/>
            </a:pPr>
            <a:fld id="{447F99C6-9F2B-0D49-A976-35F39AD2AA97}" type="slidenum">
              <a:rPr lang="en-US"/>
              <a:pPr>
                <a:defRPr/>
              </a:pPr>
              <a:t>‹#›</a:t>
            </a:fld>
            <a:endParaRPr lang="en-US" dirty="0"/>
          </a:p>
        </p:txBody>
      </p:sp>
    </p:spTree>
    <p:extLst>
      <p:ext uri="{BB962C8B-B14F-4D97-AF65-F5344CB8AC3E}">
        <p14:creationId xmlns:p14="http://schemas.microsoft.com/office/powerpoint/2010/main" val="12499853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Title and Content wired">
    <p:spTree>
      <p:nvGrpSpPr>
        <p:cNvPr id="1" name=""/>
        <p:cNvGrpSpPr/>
        <p:nvPr/>
      </p:nvGrpSpPr>
      <p:grpSpPr>
        <a:xfrm>
          <a:off x="0" y="0"/>
          <a:ext cx="0" cy="0"/>
          <a:chOff x="0" y="0"/>
          <a:chExt cx="0" cy="0"/>
        </a:xfrm>
      </p:grpSpPr>
      <p:pic>
        <p:nvPicPr>
          <p:cNvPr id="4" name="Picture 9">
            <a:extLst>
              <a:ext uri="{FF2B5EF4-FFF2-40B4-BE49-F238E27FC236}">
                <a16:creationId xmlns:a16="http://schemas.microsoft.com/office/drawing/2014/main" id="{ADAFEB3A-87E9-831E-38A1-B8E10F3E525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0" y="3732213"/>
            <a:ext cx="12242800" cy="313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5" name="Date Placeholder 3">
            <a:extLst>
              <a:ext uri="{FF2B5EF4-FFF2-40B4-BE49-F238E27FC236}">
                <a16:creationId xmlns:a16="http://schemas.microsoft.com/office/drawing/2014/main" id="{E5784E1D-A6FB-752A-3D33-0079F939802A}"/>
              </a:ext>
            </a:extLst>
          </p:cNvPr>
          <p:cNvSpPr>
            <a:spLocks noGrp="1"/>
          </p:cNvSpPr>
          <p:nvPr>
            <p:ph type="dt" sz="half" idx="10"/>
          </p:nvPr>
        </p:nvSpPr>
        <p:spPr/>
        <p:txBody>
          <a:bodyPr/>
          <a:lstStyle>
            <a:lvl1pPr>
              <a:defRPr/>
            </a:lvl1pPr>
          </a:lstStyle>
          <a:p>
            <a:pPr>
              <a:defRPr/>
            </a:pPr>
            <a:fld id="{2195FE86-EF3F-E64D-8C28-0F21B9F9870F}" type="datetimeFigureOut">
              <a:rPr lang="en-US"/>
              <a:pPr>
                <a:defRPr/>
              </a:pPr>
              <a:t>5/29/26</a:t>
            </a:fld>
            <a:endParaRPr lang="en-US"/>
          </a:p>
        </p:txBody>
      </p:sp>
      <p:sp>
        <p:nvSpPr>
          <p:cNvPr id="6" name="Footer Placeholder 4">
            <a:extLst>
              <a:ext uri="{FF2B5EF4-FFF2-40B4-BE49-F238E27FC236}">
                <a16:creationId xmlns:a16="http://schemas.microsoft.com/office/drawing/2014/main" id="{03C11B59-3FBB-DE9F-1520-A44EE8373E5B}"/>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411C69C5-850E-9304-A4C5-C6FB2559D61F}"/>
              </a:ext>
            </a:extLst>
          </p:cNvPr>
          <p:cNvSpPr>
            <a:spLocks noGrp="1"/>
          </p:cNvSpPr>
          <p:nvPr>
            <p:ph type="sldNum" sz="quarter" idx="12"/>
          </p:nvPr>
        </p:nvSpPr>
        <p:spPr/>
        <p:txBody>
          <a:bodyPr/>
          <a:lstStyle>
            <a:lvl1pPr>
              <a:defRPr/>
            </a:lvl1pPr>
          </a:lstStyle>
          <a:p>
            <a:pPr>
              <a:defRPr/>
            </a:pPr>
            <a:fld id="{0939E52C-812D-B249-B50C-48D101447C0B}" type="slidenum">
              <a:rPr lang="en-US"/>
              <a:pPr>
                <a:defRPr/>
              </a:pPr>
              <a:t>‹#›</a:t>
            </a:fld>
            <a:endParaRPr lang="en-US"/>
          </a:p>
        </p:txBody>
      </p:sp>
    </p:spTree>
    <p:extLst>
      <p:ext uri="{BB962C8B-B14F-4D97-AF65-F5344CB8AC3E}">
        <p14:creationId xmlns:p14="http://schemas.microsoft.com/office/powerpoint/2010/main" val="2240972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4" name="Graphic 17">
            <a:extLst>
              <a:ext uri="{FF2B5EF4-FFF2-40B4-BE49-F238E27FC236}">
                <a16:creationId xmlns:a16="http://schemas.microsoft.com/office/drawing/2014/main" id="{5E1011A9-F3F5-C418-02D8-A9E04CA79314}"/>
              </a:ext>
            </a:extLst>
          </p:cNvPr>
          <p:cNvGrpSpPr/>
          <p:nvPr/>
        </p:nvGrpSpPr>
        <p:grpSpPr>
          <a:xfrm>
            <a:off x="622335" y="5878572"/>
            <a:ext cx="1671795" cy="394991"/>
            <a:chOff x="115614" y="1936057"/>
            <a:chExt cx="7534694" cy="1780203"/>
          </a:xfrm>
          <a:solidFill>
            <a:schemeClr val="bg1"/>
          </a:solidFill>
        </p:grpSpPr>
        <p:sp>
          <p:nvSpPr>
            <p:cNvPr id="5" name="Freeform 4">
              <a:extLst>
                <a:ext uri="{FF2B5EF4-FFF2-40B4-BE49-F238E27FC236}">
                  <a16:creationId xmlns:a16="http://schemas.microsoft.com/office/drawing/2014/main" id="{8F763F41-18E3-1ACC-C91B-E10673490B39}"/>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A8FE5F63-BF70-0B25-9AB9-3727CA6E34DD}"/>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2" name="Title 1"/>
          <p:cNvSpPr>
            <a:spLocks noGrp="1"/>
          </p:cNvSpPr>
          <p:nvPr>
            <p:ph type="ctrTitle"/>
          </p:nvPr>
        </p:nvSpPr>
        <p:spPr>
          <a:xfrm>
            <a:off x="559276" y="2462109"/>
            <a:ext cx="9144000" cy="2387600"/>
          </a:xfrm>
        </p:spPr>
        <p:txBody>
          <a:bodyPr>
            <a:normAutofit/>
          </a:bodyPr>
          <a:lstStyle>
            <a:lvl1pPr algn="l">
              <a:defRPr sz="4800">
                <a:solidFill>
                  <a:schemeClr val="accent4"/>
                </a:solidFill>
              </a:defRPr>
            </a:lvl1pPr>
          </a:lstStyle>
          <a:p>
            <a:r>
              <a:rPr lang="en-US" dirty="0"/>
              <a:t>Click to edit Master title style</a:t>
            </a:r>
          </a:p>
        </p:txBody>
      </p:sp>
      <p:sp>
        <p:nvSpPr>
          <p:cNvPr id="3" name="Subtitle 2"/>
          <p:cNvSpPr>
            <a:spLocks noGrp="1"/>
          </p:cNvSpPr>
          <p:nvPr>
            <p:ph type="subTitle" idx="1"/>
          </p:nvPr>
        </p:nvSpPr>
        <p:spPr>
          <a:xfrm>
            <a:off x="559276" y="564529"/>
            <a:ext cx="9144000" cy="1655762"/>
          </a:xfrm>
        </p:spPr>
        <p:txBody>
          <a:bodyPr anchor="b"/>
          <a:lstStyle>
            <a:lvl1pPr marL="0" indent="0" algn="l">
              <a:buNone/>
              <a:defRPr sz="2400" spc="3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3">
            <a:extLst>
              <a:ext uri="{FF2B5EF4-FFF2-40B4-BE49-F238E27FC236}">
                <a16:creationId xmlns:a16="http://schemas.microsoft.com/office/drawing/2014/main" id="{939B5316-A36F-A030-F10D-B76FECCD3EA4}"/>
              </a:ext>
            </a:extLst>
          </p:cNvPr>
          <p:cNvSpPr>
            <a:spLocks noGrp="1"/>
          </p:cNvSpPr>
          <p:nvPr>
            <p:ph type="dt" sz="half" idx="10"/>
          </p:nvPr>
        </p:nvSpPr>
        <p:spPr>
          <a:xfrm>
            <a:off x="1803400" y="6356350"/>
            <a:ext cx="2743200" cy="365125"/>
          </a:xfrm>
        </p:spPr>
        <p:txBody>
          <a:bodyPr/>
          <a:lstStyle>
            <a:lvl1pPr>
              <a:defRPr sz="1000" smtClean="0"/>
            </a:lvl1pPr>
          </a:lstStyle>
          <a:p>
            <a:pPr>
              <a:defRPr/>
            </a:pPr>
            <a:fld id="{04AEC72F-8CAB-9A40-B72A-2CAB6F145637}" type="datetimeFigureOut">
              <a:rPr lang="en-US"/>
              <a:pPr>
                <a:defRPr/>
              </a:pPr>
              <a:t>5/29/26</a:t>
            </a:fld>
            <a:endParaRPr lang="en-US"/>
          </a:p>
        </p:txBody>
      </p:sp>
      <p:sp>
        <p:nvSpPr>
          <p:cNvPr id="8" name="Footer Placeholder 4">
            <a:extLst>
              <a:ext uri="{FF2B5EF4-FFF2-40B4-BE49-F238E27FC236}">
                <a16:creationId xmlns:a16="http://schemas.microsoft.com/office/drawing/2014/main" id="{5BFEB54F-D53B-CB66-7E38-F0253F938CF0}"/>
              </a:ext>
            </a:extLst>
          </p:cNvPr>
          <p:cNvSpPr>
            <a:spLocks noGrp="1"/>
          </p:cNvSpPr>
          <p:nvPr>
            <p:ph type="ftr" sz="quarter" idx="11"/>
          </p:nvPr>
        </p:nvSpPr>
        <p:spPr>
          <a:xfrm>
            <a:off x="4154488" y="6356350"/>
            <a:ext cx="4114800" cy="365125"/>
          </a:xfrm>
        </p:spPr>
        <p:txBody>
          <a:bodyPr/>
          <a:lstStyle>
            <a:lvl1pPr>
              <a:defRPr sz="1000"/>
            </a:lvl1pPr>
          </a:lstStyle>
          <a:p>
            <a:pPr>
              <a:defRPr/>
            </a:pPr>
            <a:endParaRPr lang="en-US"/>
          </a:p>
        </p:txBody>
      </p:sp>
      <p:sp>
        <p:nvSpPr>
          <p:cNvPr id="9" name="Slide Number Placeholder 5">
            <a:extLst>
              <a:ext uri="{FF2B5EF4-FFF2-40B4-BE49-F238E27FC236}">
                <a16:creationId xmlns:a16="http://schemas.microsoft.com/office/drawing/2014/main" id="{A9992057-79D1-7D1D-9E61-2B28CC2224AE}"/>
              </a:ext>
            </a:extLst>
          </p:cNvPr>
          <p:cNvSpPr>
            <a:spLocks noGrp="1"/>
          </p:cNvSpPr>
          <p:nvPr>
            <p:ph type="sldNum" sz="quarter" idx="12"/>
          </p:nvPr>
        </p:nvSpPr>
        <p:spPr>
          <a:xfrm>
            <a:off x="558800" y="6356350"/>
            <a:ext cx="2743200" cy="365125"/>
          </a:xfrm>
        </p:spPr>
        <p:txBody>
          <a:bodyPr/>
          <a:lstStyle>
            <a:lvl1pPr>
              <a:defRPr sz="1000" smtClean="0">
                <a:solidFill>
                  <a:schemeClr val="accent4"/>
                </a:solidFill>
              </a:defRPr>
            </a:lvl1pPr>
          </a:lstStyle>
          <a:p>
            <a:pPr>
              <a:defRPr/>
            </a:pPr>
            <a:fld id="{61985949-C18D-E84D-810D-003A6BFEABA5}" type="slidenum">
              <a:rPr lang="en-US"/>
              <a:pPr>
                <a:defRPr/>
              </a:pPr>
              <a:t>‹#›</a:t>
            </a:fld>
            <a:endParaRPr lang="en-US"/>
          </a:p>
        </p:txBody>
      </p:sp>
    </p:spTree>
    <p:extLst>
      <p:ext uri="{BB962C8B-B14F-4D97-AF65-F5344CB8AC3E}">
        <p14:creationId xmlns:p14="http://schemas.microsoft.com/office/powerpoint/2010/main" val="15450958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lnSpc>
                <a:spcPct val="100000"/>
              </a:lnSpc>
              <a:spcAft>
                <a:spcPts val="400"/>
              </a:spcAft>
              <a:defRPr/>
            </a:lvl1pPr>
            <a:lvl2pPr marL="685800" indent="-228600">
              <a:lnSpc>
                <a:spcPct val="100000"/>
              </a:lnSpc>
              <a:spcAft>
                <a:spcPts val="400"/>
              </a:spcAft>
              <a:buFont typeface="System Font Regular"/>
              <a:buChar char="-"/>
              <a:defRPr/>
            </a:lvl2pPr>
            <a:lvl3pPr>
              <a:lnSpc>
                <a:spcPct val="100000"/>
              </a:lnSpc>
              <a:spcAft>
                <a:spcPts val="400"/>
              </a:spcAft>
              <a:defRPr/>
            </a:lvl3pPr>
            <a:lvl4pPr marL="1600200" indent="-228600">
              <a:lnSpc>
                <a:spcPct val="100000"/>
              </a:lnSpc>
              <a:spcAft>
                <a:spcPts val="400"/>
              </a:spcAft>
              <a:buFont typeface="System Font Regular"/>
              <a:buChar char="-"/>
              <a:defRPr/>
            </a:lvl4pPr>
            <a:lvl5pPr>
              <a:lnSpc>
                <a:spcPct val="100000"/>
              </a:lnSpc>
              <a:spcAft>
                <a:spcPts val="4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11C8C62-47E4-8FC2-DF1D-1E68F20140E0}"/>
              </a:ext>
            </a:extLst>
          </p:cNvPr>
          <p:cNvSpPr>
            <a:spLocks noGrp="1"/>
          </p:cNvSpPr>
          <p:nvPr>
            <p:ph type="dt" sz="half" idx="10"/>
          </p:nvPr>
        </p:nvSpPr>
        <p:spPr/>
        <p:txBody>
          <a:bodyPr/>
          <a:lstStyle>
            <a:lvl1pPr>
              <a:defRPr/>
            </a:lvl1pPr>
          </a:lstStyle>
          <a:p>
            <a:pPr>
              <a:defRPr/>
            </a:pPr>
            <a:fld id="{AAFB0469-0A10-294D-BBCC-FB4AD29E3B93}" type="datetimeFigureOut">
              <a:rPr lang="en-US"/>
              <a:pPr>
                <a:defRPr/>
              </a:pPr>
              <a:t>5/29/26</a:t>
            </a:fld>
            <a:endParaRPr lang="en-US" dirty="0"/>
          </a:p>
        </p:txBody>
      </p:sp>
      <p:sp>
        <p:nvSpPr>
          <p:cNvPr id="5" name="Footer Placeholder 4">
            <a:extLst>
              <a:ext uri="{FF2B5EF4-FFF2-40B4-BE49-F238E27FC236}">
                <a16:creationId xmlns:a16="http://schemas.microsoft.com/office/drawing/2014/main" id="{A7BC28AD-21FC-6395-877E-574C4C767255}"/>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D33B55E1-6821-39CD-B940-1D7253B6AA43}"/>
              </a:ext>
            </a:extLst>
          </p:cNvPr>
          <p:cNvSpPr>
            <a:spLocks noGrp="1"/>
          </p:cNvSpPr>
          <p:nvPr>
            <p:ph type="sldNum" sz="quarter" idx="12"/>
          </p:nvPr>
        </p:nvSpPr>
        <p:spPr/>
        <p:txBody>
          <a:bodyPr/>
          <a:lstStyle>
            <a:lvl1pPr>
              <a:defRPr/>
            </a:lvl1pPr>
          </a:lstStyle>
          <a:p>
            <a:pPr>
              <a:defRPr/>
            </a:pPr>
            <a:fld id="{9F112420-13D5-084F-84EA-FED02992D287}" type="slidenum">
              <a:rPr lang="en-US"/>
              <a:pPr>
                <a:defRPr/>
              </a:pPr>
              <a:t>‹#›</a:t>
            </a:fld>
            <a:endParaRPr lang="en-US" dirty="0"/>
          </a:p>
        </p:txBody>
      </p:sp>
    </p:spTree>
    <p:extLst>
      <p:ext uri="{BB962C8B-B14F-4D97-AF65-F5344CB8AC3E}">
        <p14:creationId xmlns:p14="http://schemas.microsoft.com/office/powerpoint/2010/main" val="2876264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1_Title and Content wired">
    <p:spTree>
      <p:nvGrpSpPr>
        <p:cNvPr id="1" name=""/>
        <p:cNvGrpSpPr/>
        <p:nvPr/>
      </p:nvGrpSpPr>
      <p:grpSpPr>
        <a:xfrm>
          <a:off x="0" y="0"/>
          <a:ext cx="0" cy="0"/>
          <a:chOff x="0" y="0"/>
          <a:chExt cx="0" cy="0"/>
        </a:xfrm>
      </p:grpSpPr>
      <p:pic>
        <p:nvPicPr>
          <p:cNvPr id="4" name="Picture 9">
            <a:extLst>
              <a:ext uri="{FF2B5EF4-FFF2-40B4-BE49-F238E27FC236}">
                <a16:creationId xmlns:a16="http://schemas.microsoft.com/office/drawing/2014/main" id="{4897FD48-E032-30BD-BE5B-38B3A5D004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0" y="3732213"/>
            <a:ext cx="12242800" cy="313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lnSpc>
                <a:spcPct val="100000"/>
              </a:lnSpc>
              <a:spcAft>
                <a:spcPts val="400"/>
              </a:spcAft>
              <a:defRPr/>
            </a:lvl1pPr>
            <a:lvl2pPr marL="685800" indent="-228600">
              <a:lnSpc>
                <a:spcPct val="100000"/>
              </a:lnSpc>
              <a:spcAft>
                <a:spcPts val="400"/>
              </a:spcAft>
              <a:buFont typeface="System Font Regular"/>
              <a:buChar char="-"/>
              <a:defRPr/>
            </a:lvl2pPr>
            <a:lvl3pPr>
              <a:lnSpc>
                <a:spcPct val="100000"/>
              </a:lnSpc>
              <a:spcAft>
                <a:spcPts val="400"/>
              </a:spcAft>
              <a:defRPr/>
            </a:lvl3pPr>
            <a:lvl4pPr marL="1600200" indent="-228600">
              <a:lnSpc>
                <a:spcPct val="100000"/>
              </a:lnSpc>
              <a:spcAft>
                <a:spcPts val="400"/>
              </a:spcAft>
              <a:buFont typeface="System Font Regular"/>
              <a:buChar char="-"/>
              <a:defRPr/>
            </a:lvl4pPr>
            <a:lvl5pPr>
              <a:lnSpc>
                <a:spcPct val="100000"/>
              </a:lnSpc>
              <a:spcAft>
                <a:spcPts val="4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7E9DC99A-719E-49DF-2688-3ECDCB3807FA}"/>
              </a:ext>
            </a:extLst>
          </p:cNvPr>
          <p:cNvSpPr>
            <a:spLocks noGrp="1"/>
          </p:cNvSpPr>
          <p:nvPr>
            <p:ph type="dt" sz="half" idx="10"/>
          </p:nvPr>
        </p:nvSpPr>
        <p:spPr/>
        <p:txBody>
          <a:bodyPr/>
          <a:lstStyle>
            <a:lvl1pPr>
              <a:defRPr/>
            </a:lvl1pPr>
          </a:lstStyle>
          <a:p>
            <a:pPr>
              <a:defRPr/>
            </a:pPr>
            <a:fld id="{17B16AFF-C97A-D34A-8C6A-03A018009065}" type="datetimeFigureOut">
              <a:rPr lang="en-US"/>
              <a:pPr>
                <a:defRPr/>
              </a:pPr>
              <a:t>5/29/26</a:t>
            </a:fld>
            <a:endParaRPr lang="en-US"/>
          </a:p>
        </p:txBody>
      </p:sp>
      <p:sp>
        <p:nvSpPr>
          <p:cNvPr id="6" name="Footer Placeholder 4">
            <a:extLst>
              <a:ext uri="{FF2B5EF4-FFF2-40B4-BE49-F238E27FC236}">
                <a16:creationId xmlns:a16="http://schemas.microsoft.com/office/drawing/2014/main" id="{DDFD1C92-C705-A974-6C48-E9876EC6FC8A}"/>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57E8C856-5945-307F-BE36-5D95377C2A66}"/>
              </a:ext>
            </a:extLst>
          </p:cNvPr>
          <p:cNvSpPr>
            <a:spLocks noGrp="1"/>
          </p:cNvSpPr>
          <p:nvPr>
            <p:ph type="sldNum" sz="quarter" idx="12"/>
          </p:nvPr>
        </p:nvSpPr>
        <p:spPr/>
        <p:txBody>
          <a:bodyPr/>
          <a:lstStyle>
            <a:lvl1pPr>
              <a:defRPr/>
            </a:lvl1pPr>
          </a:lstStyle>
          <a:p>
            <a:pPr>
              <a:defRPr/>
            </a:pPr>
            <a:fld id="{9C786E47-B5FA-8748-A00A-1ABEAC449D04}" type="slidenum">
              <a:rPr lang="en-US"/>
              <a:pPr>
                <a:defRPr/>
              </a:pPr>
              <a:t>‹#›</a:t>
            </a:fld>
            <a:endParaRPr lang="en-US"/>
          </a:p>
        </p:txBody>
      </p:sp>
    </p:spTree>
    <p:extLst>
      <p:ext uri="{BB962C8B-B14F-4D97-AF65-F5344CB8AC3E}">
        <p14:creationId xmlns:p14="http://schemas.microsoft.com/office/powerpoint/2010/main" val="3048294690"/>
      </p:ext>
    </p:extLst>
  </p:cSld>
  <p:clrMapOvr>
    <a:masterClrMapping/>
  </p:clrMapOvr>
  <p:transition spd="slow"/>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blipFill dpi="0" rotWithShape="0">
          <a:blip r:embed="rId2"/>
          <a:srcRect/>
          <a:stretch>
            <a:fillRect/>
          </a:stretch>
        </a:blipFill>
        <a:effectLst/>
      </p:bgPr>
    </p:bg>
    <p:spTree>
      <p:nvGrpSpPr>
        <p:cNvPr id="1" name=""/>
        <p:cNvGrpSpPr/>
        <p:nvPr/>
      </p:nvGrpSpPr>
      <p:grpSpPr>
        <a:xfrm>
          <a:off x="0" y="0"/>
          <a:ext cx="0" cy="0"/>
          <a:chOff x="0" y="0"/>
          <a:chExt cx="0" cy="0"/>
        </a:xfrm>
      </p:grpSpPr>
      <p:grpSp>
        <p:nvGrpSpPr>
          <p:cNvPr id="4" name="Graphic 17">
            <a:extLst>
              <a:ext uri="{FF2B5EF4-FFF2-40B4-BE49-F238E27FC236}">
                <a16:creationId xmlns:a16="http://schemas.microsoft.com/office/drawing/2014/main" id="{2C590175-14BB-BDC9-E01B-07D765D02308}"/>
              </a:ext>
            </a:extLst>
          </p:cNvPr>
          <p:cNvGrpSpPr/>
          <p:nvPr/>
        </p:nvGrpSpPr>
        <p:grpSpPr>
          <a:xfrm>
            <a:off x="9703276" y="5640828"/>
            <a:ext cx="1671795" cy="394991"/>
            <a:chOff x="115614" y="1936057"/>
            <a:chExt cx="7534694" cy="1780203"/>
          </a:xfrm>
          <a:solidFill>
            <a:schemeClr val="bg1"/>
          </a:solidFill>
        </p:grpSpPr>
        <p:sp>
          <p:nvSpPr>
            <p:cNvPr id="5" name="Freeform 4">
              <a:extLst>
                <a:ext uri="{FF2B5EF4-FFF2-40B4-BE49-F238E27FC236}">
                  <a16:creationId xmlns:a16="http://schemas.microsoft.com/office/drawing/2014/main" id="{F850E68E-0128-DC3F-9F28-7594002B2392}"/>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9A1BE218-D377-1A1B-52F7-494318BF0FE5}"/>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2" name="Title 1"/>
          <p:cNvSpPr>
            <a:spLocks noGrp="1"/>
          </p:cNvSpPr>
          <p:nvPr>
            <p:ph type="title"/>
          </p:nvPr>
        </p:nvSpPr>
        <p:spPr>
          <a:xfrm>
            <a:off x="559276" y="1079352"/>
            <a:ext cx="10515600" cy="2852737"/>
          </a:xfrm>
        </p:spPr>
        <p:txBody>
          <a:bodyPr anchor="b">
            <a:normAutofit/>
          </a:bodyPr>
          <a:lstStyle>
            <a:lvl1pPr>
              <a:defRPr sz="4000">
                <a:solidFill>
                  <a:schemeClr val="bg1"/>
                </a:solidFill>
              </a:defRPr>
            </a:lvl1pPr>
          </a:lstStyle>
          <a:p>
            <a:r>
              <a:rPr lang="en-US"/>
              <a:t>Click to edit Master title style</a:t>
            </a:r>
          </a:p>
        </p:txBody>
      </p:sp>
      <p:sp>
        <p:nvSpPr>
          <p:cNvPr id="3" name="Text Placeholder 2"/>
          <p:cNvSpPr>
            <a:spLocks noGrp="1"/>
          </p:cNvSpPr>
          <p:nvPr>
            <p:ph type="body" idx="1"/>
          </p:nvPr>
        </p:nvSpPr>
        <p:spPr>
          <a:xfrm>
            <a:off x="559276" y="3973987"/>
            <a:ext cx="10515600" cy="1500187"/>
          </a:xfrm>
        </p:spPr>
        <p:txBody>
          <a:bodyPr>
            <a:normAutofit/>
          </a:bodyPr>
          <a:lstStyle>
            <a:lvl1pPr marL="0" indent="0">
              <a:buNone/>
              <a:defRPr sz="2000" spc="300">
                <a:solidFill>
                  <a:schemeClr val="accent4"/>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7" name="Date Placeholder 3">
            <a:extLst>
              <a:ext uri="{FF2B5EF4-FFF2-40B4-BE49-F238E27FC236}">
                <a16:creationId xmlns:a16="http://schemas.microsoft.com/office/drawing/2014/main" id="{45FD4293-9B1B-48B1-86A6-60D28C392992}"/>
              </a:ext>
            </a:extLst>
          </p:cNvPr>
          <p:cNvSpPr>
            <a:spLocks noGrp="1"/>
          </p:cNvSpPr>
          <p:nvPr>
            <p:ph type="dt" sz="half" idx="10"/>
          </p:nvPr>
        </p:nvSpPr>
        <p:spPr/>
        <p:txBody>
          <a:bodyPr/>
          <a:lstStyle>
            <a:lvl1pPr>
              <a:defRPr/>
            </a:lvl1pPr>
          </a:lstStyle>
          <a:p>
            <a:pPr>
              <a:defRPr/>
            </a:pPr>
            <a:fld id="{54CD896F-B898-A443-B8DF-6FF9513CC3B6}" type="datetimeFigureOut">
              <a:rPr lang="en-US"/>
              <a:pPr>
                <a:defRPr/>
              </a:pPr>
              <a:t>5/29/26</a:t>
            </a:fld>
            <a:endParaRPr lang="en-US"/>
          </a:p>
        </p:txBody>
      </p:sp>
      <p:sp>
        <p:nvSpPr>
          <p:cNvPr id="8" name="Footer Placeholder 4">
            <a:extLst>
              <a:ext uri="{FF2B5EF4-FFF2-40B4-BE49-F238E27FC236}">
                <a16:creationId xmlns:a16="http://schemas.microsoft.com/office/drawing/2014/main" id="{0814E965-0C31-4F72-0AC2-53A705460DA7}"/>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3BFEA1C9-5D50-ADA4-E267-D28679C8D491}"/>
              </a:ext>
            </a:extLst>
          </p:cNvPr>
          <p:cNvSpPr>
            <a:spLocks noGrp="1"/>
          </p:cNvSpPr>
          <p:nvPr>
            <p:ph type="sldNum" sz="quarter" idx="12"/>
          </p:nvPr>
        </p:nvSpPr>
        <p:spPr/>
        <p:txBody>
          <a:bodyPr/>
          <a:lstStyle>
            <a:lvl1pPr>
              <a:defRPr/>
            </a:lvl1pPr>
          </a:lstStyle>
          <a:p>
            <a:pPr>
              <a:defRPr/>
            </a:pPr>
            <a:fld id="{E7625209-9188-6B42-ADA6-7E84E3E91A59}" type="slidenum">
              <a:rPr lang="en-US"/>
              <a:pPr>
                <a:defRPr/>
              </a:pPr>
              <a:t>‹#›</a:t>
            </a:fld>
            <a:endParaRPr lang="en-US"/>
          </a:p>
        </p:txBody>
      </p:sp>
    </p:spTree>
    <p:extLst>
      <p:ext uri="{BB962C8B-B14F-4D97-AF65-F5344CB8AC3E}">
        <p14:creationId xmlns:p14="http://schemas.microsoft.com/office/powerpoint/2010/main" val="367990960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36331" y="612648"/>
            <a:ext cx="11196860" cy="1078040"/>
          </a:xfrm>
        </p:spPr>
        <p:txBody>
          <a:bodyPr/>
          <a:lstStyle/>
          <a:p>
            <a:r>
              <a:rPr lang="en-US"/>
              <a:t>Click to edit Master title style</a:t>
            </a:r>
          </a:p>
        </p:txBody>
      </p:sp>
      <p:sp>
        <p:nvSpPr>
          <p:cNvPr id="3" name="Content Placeholder 2"/>
          <p:cNvSpPr>
            <a:spLocks noGrp="1"/>
          </p:cNvSpPr>
          <p:nvPr>
            <p:ph sz="half" idx="1"/>
          </p:nvPr>
        </p:nvSpPr>
        <p:spPr>
          <a:xfrm>
            <a:off x="33633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AA833680-52C0-4AA1-7458-6082C919B5CE}"/>
              </a:ext>
            </a:extLst>
          </p:cNvPr>
          <p:cNvSpPr>
            <a:spLocks noGrp="1"/>
          </p:cNvSpPr>
          <p:nvPr>
            <p:ph type="dt" sz="half" idx="10"/>
          </p:nvPr>
        </p:nvSpPr>
        <p:spPr/>
        <p:txBody>
          <a:bodyPr/>
          <a:lstStyle>
            <a:lvl1pPr>
              <a:defRPr/>
            </a:lvl1pPr>
          </a:lstStyle>
          <a:p>
            <a:pPr>
              <a:defRPr/>
            </a:pPr>
            <a:fld id="{0AC1F0A8-A36B-B046-A372-FD76991329A1}" type="datetimeFigureOut">
              <a:rPr lang="en-US"/>
              <a:pPr>
                <a:defRPr/>
              </a:pPr>
              <a:t>5/29/26</a:t>
            </a:fld>
            <a:endParaRPr lang="en-US" dirty="0"/>
          </a:p>
        </p:txBody>
      </p:sp>
      <p:sp>
        <p:nvSpPr>
          <p:cNvPr id="6" name="Footer Placeholder 4">
            <a:extLst>
              <a:ext uri="{FF2B5EF4-FFF2-40B4-BE49-F238E27FC236}">
                <a16:creationId xmlns:a16="http://schemas.microsoft.com/office/drawing/2014/main" id="{57576BE0-8781-ED62-9C8E-0F15FBA21D81}"/>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3EAD8221-AE41-295B-F28C-C1446E058F96}"/>
              </a:ext>
            </a:extLst>
          </p:cNvPr>
          <p:cNvSpPr>
            <a:spLocks noGrp="1"/>
          </p:cNvSpPr>
          <p:nvPr>
            <p:ph type="sldNum" sz="quarter" idx="12"/>
          </p:nvPr>
        </p:nvSpPr>
        <p:spPr/>
        <p:txBody>
          <a:bodyPr/>
          <a:lstStyle>
            <a:lvl1pPr>
              <a:defRPr/>
            </a:lvl1pPr>
          </a:lstStyle>
          <a:p>
            <a:pPr>
              <a:defRPr/>
            </a:pPr>
            <a:fld id="{D081A67D-78B5-E940-817B-0286B2A2FD31}" type="slidenum">
              <a:rPr lang="en-US"/>
              <a:pPr>
                <a:defRPr/>
              </a:pPr>
              <a:t>‹#›</a:t>
            </a:fld>
            <a:endParaRPr lang="en-US" dirty="0"/>
          </a:p>
        </p:txBody>
      </p:sp>
    </p:spTree>
    <p:extLst>
      <p:ext uri="{BB962C8B-B14F-4D97-AF65-F5344CB8AC3E}">
        <p14:creationId xmlns:p14="http://schemas.microsoft.com/office/powerpoint/2010/main" val="1722122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A08364D1-08BA-9D11-EE76-7EE034A80B8F}"/>
              </a:ext>
            </a:extLst>
          </p:cNvPr>
          <p:cNvSpPr>
            <a:spLocks noGrp="1"/>
          </p:cNvSpPr>
          <p:nvPr>
            <p:ph type="dt" sz="half" idx="10"/>
          </p:nvPr>
        </p:nvSpPr>
        <p:spPr/>
        <p:txBody>
          <a:bodyPr/>
          <a:lstStyle>
            <a:lvl1pPr>
              <a:defRPr/>
            </a:lvl1pPr>
          </a:lstStyle>
          <a:p>
            <a:pPr>
              <a:defRPr/>
            </a:pPr>
            <a:fld id="{BD823682-94E9-4145-BB20-421EE936806C}" type="datetimeFigureOut">
              <a:rPr lang="en-US"/>
              <a:pPr>
                <a:defRPr/>
              </a:pPr>
              <a:t>5/29/26</a:t>
            </a:fld>
            <a:endParaRPr lang="en-US" dirty="0"/>
          </a:p>
        </p:txBody>
      </p:sp>
      <p:sp>
        <p:nvSpPr>
          <p:cNvPr id="8" name="Footer Placeholder 4">
            <a:extLst>
              <a:ext uri="{FF2B5EF4-FFF2-40B4-BE49-F238E27FC236}">
                <a16:creationId xmlns:a16="http://schemas.microsoft.com/office/drawing/2014/main" id="{8DE68981-E511-F4D4-03BD-103E18884715}"/>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6022F2A9-0D2E-FE55-7FD6-DDCE1CC54AD9}"/>
              </a:ext>
            </a:extLst>
          </p:cNvPr>
          <p:cNvSpPr>
            <a:spLocks noGrp="1"/>
          </p:cNvSpPr>
          <p:nvPr>
            <p:ph type="sldNum" sz="quarter" idx="12"/>
          </p:nvPr>
        </p:nvSpPr>
        <p:spPr/>
        <p:txBody>
          <a:bodyPr/>
          <a:lstStyle>
            <a:lvl1pPr>
              <a:defRPr/>
            </a:lvl1pPr>
          </a:lstStyle>
          <a:p>
            <a:pPr>
              <a:defRPr/>
            </a:pPr>
            <a:fld id="{C11AF8CA-DE6F-D246-A3C0-4DD79227B29C}" type="slidenum">
              <a:rPr lang="en-US"/>
              <a:pPr>
                <a:defRPr/>
              </a:pPr>
              <a:t>‹#›</a:t>
            </a:fld>
            <a:endParaRPr lang="en-US" dirty="0"/>
          </a:p>
        </p:txBody>
      </p:sp>
    </p:spTree>
    <p:extLst>
      <p:ext uri="{BB962C8B-B14F-4D97-AF65-F5344CB8AC3E}">
        <p14:creationId xmlns:p14="http://schemas.microsoft.com/office/powerpoint/2010/main" val="26714669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a:extLst>
              <a:ext uri="{FF2B5EF4-FFF2-40B4-BE49-F238E27FC236}">
                <a16:creationId xmlns:a16="http://schemas.microsoft.com/office/drawing/2014/main" id="{FAE470FB-518E-2A22-CE96-8F0F9B0B09B6}"/>
              </a:ext>
            </a:extLst>
          </p:cNvPr>
          <p:cNvSpPr>
            <a:spLocks noGrp="1"/>
          </p:cNvSpPr>
          <p:nvPr>
            <p:ph type="dt" sz="half" idx="10"/>
          </p:nvPr>
        </p:nvSpPr>
        <p:spPr/>
        <p:txBody>
          <a:bodyPr/>
          <a:lstStyle>
            <a:lvl1pPr>
              <a:defRPr/>
            </a:lvl1pPr>
          </a:lstStyle>
          <a:p>
            <a:pPr>
              <a:defRPr/>
            </a:pPr>
            <a:fld id="{A17EB464-A38C-2649-8D28-30F63324FB8E}" type="datetimeFigureOut">
              <a:rPr lang="en-US"/>
              <a:pPr>
                <a:defRPr/>
              </a:pPr>
              <a:t>5/29/26</a:t>
            </a:fld>
            <a:endParaRPr lang="en-US" dirty="0"/>
          </a:p>
        </p:txBody>
      </p:sp>
      <p:sp>
        <p:nvSpPr>
          <p:cNvPr id="4" name="Footer Placeholder 4">
            <a:extLst>
              <a:ext uri="{FF2B5EF4-FFF2-40B4-BE49-F238E27FC236}">
                <a16:creationId xmlns:a16="http://schemas.microsoft.com/office/drawing/2014/main" id="{894AB719-4185-3194-4746-6148D5A52DE3}"/>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5F5A6C24-3DDC-4FB0-160A-BBC0E058BCEA}"/>
              </a:ext>
            </a:extLst>
          </p:cNvPr>
          <p:cNvSpPr>
            <a:spLocks noGrp="1"/>
          </p:cNvSpPr>
          <p:nvPr>
            <p:ph type="sldNum" sz="quarter" idx="12"/>
          </p:nvPr>
        </p:nvSpPr>
        <p:spPr/>
        <p:txBody>
          <a:bodyPr/>
          <a:lstStyle>
            <a:lvl1pPr>
              <a:defRPr/>
            </a:lvl1pPr>
          </a:lstStyle>
          <a:p>
            <a:pPr>
              <a:defRPr/>
            </a:pPr>
            <a:fld id="{6ED12F58-6E67-7342-AA70-7898E56418D9}" type="slidenum">
              <a:rPr lang="en-US"/>
              <a:pPr>
                <a:defRPr/>
              </a:pPr>
              <a:t>‹#›</a:t>
            </a:fld>
            <a:endParaRPr lang="en-US" dirty="0"/>
          </a:p>
        </p:txBody>
      </p:sp>
    </p:spTree>
    <p:extLst>
      <p:ext uri="{BB962C8B-B14F-4D97-AF65-F5344CB8AC3E}">
        <p14:creationId xmlns:p14="http://schemas.microsoft.com/office/powerpoint/2010/main" val="2762131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A777AC9-3865-923A-D56E-55144DCF2FCA}"/>
              </a:ext>
            </a:extLst>
          </p:cNvPr>
          <p:cNvSpPr>
            <a:spLocks noGrp="1"/>
          </p:cNvSpPr>
          <p:nvPr>
            <p:ph type="dt" sz="half" idx="10"/>
          </p:nvPr>
        </p:nvSpPr>
        <p:spPr/>
        <p:txBody>
          <a:bodyPr/>
          <a:lstStyle>
            <a:lvl1pPr>
              <a:defRPr/>
            </a:lvl1pPr>
          </a:lstStyle>
          <a:p>
            <a:pPr>
              <a:defRPr/>
            </a:pPr>
            <a:fld id="{F5F2B92E-53AD-974F-875D-CBC78E6A5F1B}" type="datetimeFigureOut">
              <a:rPr lang="en-US"/>
              <a:pPr>
                <a:defRPr/>
              </a:pPr>
              <a:t>5/29/26</a:t>
            </a:fld>
            <a:endParaRPr lang="en-US"/>
          </a:p>
        </p:txBody>
      </p:sp>
      <p:sp>
        <p:nvSpPr>
          <p:cNvPr id="3" name="Footer Placeholder 2">
            <a:extLst>
              <a:ext uri="{FF2B5EF4-FFF2-40B4-BE49-F238E27FC236}">
                <a16:creationId xmlns:a16="http://schemas.microsoft.com/office/drawing/2014/main" id="{2B86CADF-4F64-40FC-60BA-B6F908B4F7FF}"/>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3">
            <a:extLst>
              <a:ext uri="{FF2B5EF4-FFF2-40B4-BE49-F238E27FC236}">
                <a16:creationId xmlns:a16="http://schemas.microsoft.com/office/drawing/2014/main" id="{D77F3967-0637-26A1-5B5C-2D6BF9F73CA0}"/>
              </a:ext>
            </a:extLst>
          </p:cNvPr>
          <p:cNvSpPr>
            <a:spLocks noGrp="1"/>
          </p:cNvSpPr>
          <p:nvPr>
            <p:ph type="sldNum" sz="quarter" idx="12"/>
          </p:nvPr>
        </p:nvSpPr>
        <p:spPr/>
        <p:txBody>
          <a:bodyPr/>
          <a:lstStyle>
            <a:lvl1pPr>
              <a:defRPr/>
            </a:lvl1pPr>
          </a:lstStyle>
          <a:p>
            <a:pPr>
              <a:defRPr/>
            </a:pPr>
            <a:fld id="{793F4AAD-F9B6-504B-8CB6-180E6535398C}" type="slidenum">
              <a:rPr lang="en-US"/>
              <a:pPr>
                <a:defRPr/>
              </a:pPr>
              <a:t>‹#›</a:t>
            </a:fld>
            <a:endParaRPr lang="en-US"/>
          </a:p>
        </p:txBody>
      </p:sp>
    </p:spTree>
    <p:extLst>
      <p:ext uri="{BB962C8B-B14F-4D97-AF65-F5344CB8AC3E}">
        <p14:creationId xmlns:p14="http://schemas.microsoft.com/office/powerpoint/2010/main" val="252640912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5EF946AD-C870-3789-150E-086365840374}"/>
              </a:ext>
            </a:extLst>
          </p:cNvPr>
          <p:cNvSpPr>
            <a:spLocks noGrp="1"/>
          </p:cNvSpPr>
          <p:nvPr>
            <p:ph type="dt" sz="half" idx="10"/>
          </p:nvPr>
        </p:nvSpPr>
        <p:spPr/>
        <p:txBody>
          <a:bodyPr/>
          <a:lstStyle>
            <a:lvl1pPr>
              <a:defRPr/>
            </a:lvl1pPr>
          </a:lstStyle>
          <a:p>
            <a:pPr>
              <a:defRPr/>
            </a:pPr>
            <a:fld id="{959CE035-BEEC-3F43-84AA-6B6139690AD8}" type="datetimeFigureOut">
              <a:rPr lang="en-US"/>
              <a:pPr>
                <a:defRPr/>
              </a:pPr>
              <a:t>5/29/26</a:t>
            </a:fld>
            <a:endParaRPr lang="en-US" dirty="0"/>
          </a:p>
        </p:txBody>
      </p:sp>
      <p:sp>
        <p:nvSpPr>
          <p:cNvPr id="6" name="Footer Placeholder 4">
            <a:extLst>
              <a:ext uri="{FF2B5EF4-FFF2-40B4-BE49-F238E27FC236}">
                <a16:creationId xmlns:a16="http://schemas.microsoft.com/office/drawing/2014/main" id="{A08C1268-52FE-A8B8-B111-C8936A685494}"/>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E6CF7B06-7934-84B4-EA84-B7007D480171}"/>
              </a:ext>
            </a:extLst>
          </p:cNvPr>
          <p:cNvSpPr>
            <a:spLocks noGrp="1"/>
          </p:cNvSpPr>
          <p:nvPr>
            <p:ph type="sldNum" sz="quarter" idx="12"/>
          </p:nvPr>
        </p:nvSpPr>
        <p:spPr/>
        <p:txBody>
          <a:bodyPr/>
          <a:lstStyle>
            <a:lvl1pPr>
              <a:defRPr/>
            </a:lvl1pPr>
          </a:lstStyle>
          <a:p>
            <a:pPr>
              <a:defRPr/>
            </a:pPr>
            <a:fld id="{2D46E608-8C17-9B40-8124-C097F58AB6F3}" type="slidenum">
              <a:rPr lang="en-US"/>
              <a:pPr>
                <a:defRPr/>
              </a:pPr>
              <a:t>‹#›</a:t>
            </a:fld>
            <a:endParaRPr lang="en-US" dirty="0"/>
          </a:p>
        </p:txBody>
      </p:sp>
    </p:spTree>
    <p:extLst>
      <p:ext uri="{BB962C8B-B14F-4D97-AF65-F5344CB8AC3E}">
        <p14:creationId xmlns:p14="http://schemas.microsoft.com/office/powerpoint/2010/main" val="28719002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70876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pSp>
        <p:nvGrpSpPr>
          <p:cNvPr id="4" name="Graphic 17">
            <a:extLst>
              <a:ext uri="{FF2B5EF4-FFF2-40B4-BE49-F238E27FC236}">
                <a16:creationId xmlns:a16="http://schemas.microsoft.com/office/drawing/2014/main" id="{5E1011A9-F3F5-C418-02D8-A9E04CA79314}"/>
              </a:ext>
            </a:extLst>
          </p:cNvPr>
          <p:cNvGrpSpPr/>
          <p:nvPr/>
        </p:nvGrpSpPr>
        <p:grpSpPr>
          <a:xfrm>
            <a:off x="622335" y="5878572"/>
            <a:ext cx="1671795" cy="394991"/>
            <a:chOff x="115614" y="1936057"/>
            <a:chExt cx="7534694" cy="1780203"/>
          </a:xfrm>
          <a:solidFill>
            <a:schemeClr val="bg1"/>
          </a:solidFill>
        </p:grpSpPr>
        <p:sp>
          <p:nvSpPr>
            <p:cNvPr id="5" name="Freeform 4">
              <a:extLst>
                <a:ext uri="{FF2B5EF4-FFF2-40B4-BE49-F238E27FC236}">
                  <a16:creationId xmlns:a16="http://schemas.microsoft.com/office/drawing/2014/main" id="{8F763F41-18E3-1ACC-C91B-E10673490B39}"/>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A8FE5F63-BF70-0B25-9AB9-3727CA6E34DD}"/>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2" name="Title 1"/>
          <p:cNvSpPr>
            <a:spLocks noGrp="1"/>
          </p:cNvSpPr>
          <p:nvPr>
            <p:ph type="ctrTitle"/>
          </p:nvPr>
        </p:nvSpPr>
        <p:spPr>
          <a:xfrm>
            <a:off x="559276" y="2462109"/>
            <a:ext cx="9144000" cy="2387600"/>
          </a:xfrm>
        </p:spPr>
        <p:txBody>
          <a:bodyPr>
            <a:normAutofit/>
          </a:bodyPr>
          <a:lstStyle>
            <a:lvl1pPr algn="l">
              <a:defRPr sz="4800">
                <a:solidFill>
                  <a:schemeClr val="accent4"/>
                </a:solidFill>
              </a:defRPr>
            </a:lvl1pPr>
          </a:lstStyle>
          <a:p>
            <a:r>
              <a:rPr lang="en-US" dirty="0"/>
              <a:t>Click to edit Master title style</a:t>
            </a:r>
          </a:p>
        </p:txBody>
      </p:sp>
      <p:sp>
        <p:nvSpPr>
          <p:cNvPr id="3" name="Subtitle 2"/>
          <p:cNvSpPr>
            <a:spLocks noGrp="1"/>
          </p:cNvSpPr>
          <p:nvPr>
            <p:ph type="subTitle" idx="1"/>
          </p:nvPr>
        </p:nvSpPr>
        <p:spPr>
          <a:xfrm>
            <a:off x="559276" y="564529"/>
            <a:ext cx="9144000" cy="1655762"/>
          </a:xfrm>
        </p:spPr>
        <p:txBody>
          <a:bodyPr anchor="b"/>
          <a:lstStyle>
            <a:lvl1pPr marL="0" indent="0" algn="l">
              <a:buNone/>
              <a:defRPr sz="2400" spc="3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3">
            <a:extLst>
              <a:ext uri="{FF2B5EF4-FFF2-40B4-BE49-F238E27FC236}">
                <a16:creationId xmlns:a16="http://schemas.microsoft.com/office/drawing/2014/main" id="{939B5316-A36F-A030-F10D-B76FECCD3EA4}"/>
              </a:ext>
            </a:extLst>
          </p:cNvPr>
          <p:cNvSpPr>
            <a:spLocks noGrp="1"/>
          </p:cNvSpPr>
          <p:nvPr>
            <p:ph type="dt" sz="half" idx="10"/>
          </p:nvPr>
        </p:nvSpPr>
        <p:spPr>
          <a:xfrm>
            <a:off x="1803400" y="6356350"/>
            <a:ext cx="2743200" cy="365125"/>
          </a:xfrm>
        </p:spPr>
        <p:txBody>
          <a:bodyPr/>
          <a:lstStyle>
            <a:lvl1pPr>
              <a:defRPr sz="1000" smtClean="0"/>
            </a:lvl1pPr>
          </a:lstStyle>
          <a:p>
            <a:pPr>
              <a:defRPr/>
            </a:pPr>
            <a:fld id="{04AEC72F-8CAB-9A40-B72A-2CAB6F145637}" type="datetimeFigureOut">
              <a:rPr lang="en-US"/>
              <a:pPr>
                <a:defRPr/>
              </a:pPr>
              <a:t>5/29/26</a:t>
            </a:fld>
            <a:endParaRPr lang="en-US"/>
          </a:p>
        </p:txBody>
      </p:sp>
      <p:sp>
        <p:nvSpPr>
          <p:cNvPr id="8" name="Footer Placeholder 4">
            <a:extLst>
              <a:ext uri="{FF2B5EF4-FFF2-40B4-BE49-F238E27FC236}">
                <a16:creationId xmlns:a16="http://schemas.microsoft.com/office/drawing/2014/main" id="{5BFEB54F-D53B-CB66-7E38-F0253F938CF0}"/>
              </a:ext>
            </a:extLst>
          </p:cNvPr>
          <p:cNvSpPr>
            <a:spLocks noGrp="1"/>
          </p:cNvSpPr>
          <p:nvPr>
            <p:ph type="ftr" sz="quarter" idx="11"/>
          </p:nvPr>
        </p:nvSpPr>
        <p:spPr>
          <a:xfrm>
            <a:off x="4154488" y="6356350"/>
            <a:ext cx="4114800" cy="365125"/>
          </a:xfrm>
        </p:spPr>
        <p:txBody>
          <a:bodyPr/>
          <a:lstStyle>
            <a:lvl1pPr>
              <a:defRPr sz="1000"/>
            </a:lvl1pPr>
          </a:lstStyle>
          <a:p>
            <a:pPr>
              <a:defRPr/>
            </a:pPr>
            <a:endParaRPr lang="en-US"/>
          </a:p>
        </p:txBody>
      </p:sp>
      <p:sp>
        <p:nvSpPr>
          <p:cNvPr id="9" name="Slide Number Placeholder 5">
            <a:extLst>
              <a:ext uri="{FF2B5EF4-FFF2-40B4-BE49-F238E27FC236}">
                <a16:creationId xmlns:a16="http://schemas.microsoft.com/office/drawing/2014/main" id="{A9992057-79D1-7D1D-9E61-2B28CC2224AE}"/>
              </a:ext>
            </a:extLst>
          </p:cNvPr>
          <p:cNvSpPr>
            <a:spLocks noGrp="1"/>
          </p:cNvSpPr>
          <p:nvPr>
            <p:ph type="sldNum" sz="quarter" idx="12"/>
          </p:nvPr>
        </p:nvSpPr>
        <p:spPr>
          <a:xfrm>
            <a:off x="558800" y="6356350"/>
            <a:ext cx="2743200" cy="365125"/>
          </a:xfrm>
        </p:spPr>
        <p:txBody>
          <a:bodyPr/>
          <a:lstStyle>
            <a:lvl1pPr>
              <a:defRPr sz="1000" smtClean="0">
                <a:solidFill>
                  <a:schemeClr val="accent4"/>
                </a:solidFill>
              </a:defRPr>
            </a:lvl1pPr>
          </a:lstStyle>
          <a:p>
            <a:pPr>
              <a:defRPr/>
            </a:pPr>
            <a:fld id="{61985949-C18D-E84D-810D-003A6BFEABA5}" type="slidenum">
              <a:rPr lang="en-US"/>
              <a:pPr>
                <a:defRPr/>
              </a:pPr>
              <a:t>‹#›</a:t>
            </a:fld>
            <a:endParaRPr lang="en-US"/>
          </a:p>
        </p:txBody>
      </p:sp>
    </p:spTree>
    <p:extLst>
      <p:ext uri="{BB962C8B-B14F-4D97-AF65-F5344CB8AC3E}">
        <p14:creationId xmlns:p14="http://schemas.microsoft.com/office/powerpoint/2010/main" val="41865554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lnSpc>
                <a:spcPct val="100000"/>
              </a:lnSpc>
              <a:spcAft>
                <a:spcPts val="400"/>
              </a:spcAft>
              <a:defRPr/>
            </a:lvl1pPr>
            <a:lvl2pPr marL="685800" indent="-228600">
              <a:lnSpc>
                <a:spcPct val="100000"/>
              </a:lnSpc>
              <a:spcAft>
                <a:spcPts val="400"/>
              </a:spcAft>
              <a:buFont typeface="System Font Regular"/>
              <a:buChar char="-"/>
              <a:defRPr/>
            </a:lvl2pPr>
            <a:lvl3pPr>
              <a:lnSpc>
                <a:spcPct val="100000"/>
              </a:lnSpc>
              <a:spcAft>
                <a:spcPts val="400"/>
              </a:spcAft>
              <a:defRPr/>
            </a:lvl3pPr>
            <a:lvl4pPr marL="1600200" indent="-228600">
              <a:lnSpc>
                <a:spcPct val="100000"/>
              </a:lnSpc>
              <a:spcAft>
                <a:spcPts val="400"/>
              </a:spcAft>
              <a:buFont typeface="System Font Regular"/>
              <a:buChar char="-"/>
              <a:defRPr/>
            </a:lvl4pPr>
            <a:lvl5pPr>
              <a:lnSpc>
                <a:spcPct val="100000"/>
              </a:lnSpc>
              <a:spcAft>
                <a:spcPts val="4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11C8C62-47E4-8FC2-DF1D-1E68F20140E0}"/>
              </a:ext>
            </a:extLst>
          </p:cNvPr>
          <p:cNvSpPr>
            <a:spLocks noGrp="1"/>
          </p:cNvSpPr>
          <p:nvPr>
            <p:ph type="dt" sz="half" idx="10"/>
          </p:nvPr>
        </p:nvSpPr>
        <p:spPr/>
        <p:txBody>
          <a:bodyPr/>
          <a:lstStyle>
            <a:lvl1pPr>
              <a:defRPr/>
            </a:lvl1pPr>
          </a:lstStyle>
          <a:p>
            <a:pPr>
              <a:defRPr/>
            </a:pPr>
            <a:fld id="{AAFB0469-0A10-294D-BBCC-FB4AD29E3B93}" type="datetimeFigureOut">
              <a:rPr lang="en-US"/>
              <a:pPr>
                <a:defRPr/>
              </a:pPr>
              <a:t>5/29/26</a:t>
            </a:fld>
            <a:endParaRPr lang="en-US" dirty="0"/>
          </a:p>
        </p:txBody>
      </p:sp>
      <p:sp>
        <p:nvSpPr>
          <p:cNvPr id="5" name="Footer Placeholder 4">
            <a:extLst>
              <a:ext uri="{FF2B5EF4-FFF2-40B4-BE49-F238E27FC236}">
                <a16:creationId xmlns:a16="http://schemas.microsoft.com/office/drawing/2014/main" id="{A7BC28AD-21FC-6395-877E-574C4C767255}"/>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D33B55E1-6821-39CD-B940-1D7253B6AA43}"/>
              </a:ext>
            </a:extLst>
          </p:cNvPr>
          <p:cNvSpPr>
            <a:spLocks noGrp="1"/>
          </p:cNvSpPr>
          <p:nvPr>
            <p:ph type="sldNum" sz="quarter" idx="12"/>
          </p:nvPr>
        </p:nvSpPr>
        <p:spPr/>
        <p:txBody>
          <a:bodyPr/>
          <a:lstStyle>
            <a:lvl1pPr>
              <a:defRPr/>
            </a:lvl1pPr>
          </a:lstStyle>
          <a:p>
            <a:pPr>
              <a:defRPr/>
            </a:pPr>
            <a:fld id="{9F112420-13D5-084F-84EA-FED02992D287}" type="slidenum">
              <a:rPr lang="en-US"/>
              <a:pPr>
                <a:defRPr/>
              </a:pPr>
              <a:t>‹#›</a:t>
            </a:fld>
            <a:endParaRPr lang="en-US" dirty="0"/>
          </a:p>
        </p:txBody>
      </p:sp>
    </p:spTree>
    <p:extLst>
      <p:ext uri="{BB962C8B-B14F-4D97-AF65-F5344CB8AC3E}">
        <p14:creationId xmlns:p14="http://schemas.microsoft.com/office/powerpoint/2010/main" val="94077078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1_Title and Content wired">
    <p:spTree>
      <p:nvGrpSpPr>
        <p:cNvPr id="1" name=""/>
        <p:cNvGrpSpPr/>
        <p:nvPr/>
      </p:nvGrpSpPr>
      <p:grpSpPr>
        <a:xfrm>
          <a:off x="0" y="0"/>
          <a:ext cx="0" cy="0"/>
          <a:chOff x="0" y="0"/>
          <a:chExt cx="0" cy="0"/>
        </a:xfrm>
      </p:grpSpPr>
      <p:pic>
        <p:nvPicPr>
          <p:cNvPr id="4" name="Picture 9">
            <a:extLst>
              <a:ext uri="{FF2B5EF4-FFF2-40B4-BE49-F238E27FC236}">
                <a16:creationId xmlns:a16="http://schemas.microsoft.com/office/drawing/2014/main" id="{4897FD48-E032-30BD-BE5B-38B3A5D004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00" y="3732213"/>
            <a:ext cx="12242800" cy="3136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lnSpc>
                <a:spcPct val="100000"/>
              </a:lnSpc>
              <a:spcAft>
                <a:spcPts val="400"/>
              </a:spcAft>
              <a:defRPr/>
            </a:lvl1pPr>
            <a:lvl2pPr marL="685800" indent="-228600">
              <a:lnSpc>
                <a:spcPct val="100000"/>
              </a:lnSpc>
              <a:spcAft>
                <a:spcPts val="400"/>
              </a:spcAft>
              <a:buFont typeface="System Font Regular"/>
              <a:buChar char="-"/>
              <a:defRPr/>
            </a:lvl2pPr>
            <a:lvl3pPr>
              <a:lnSpc>
                <a:spcPct val="100000"/>
              </a:lnSpc>
              <a:spcAft>
                <a:spcPts val="400"/>
              </a:spcAft>
              <a:defRPr/>
            </a:lvl3pPr>
            <a:lvl4pPr marL="1600200" indent="-228600">
              <a:lnSpc>
                <a:spcPct val="100000"/>
              </a:lnSpc>
              <a:spcAft>
                <a:spcPts val="400"/>
              </a:spcAft>
              <a:buFont typeface="System Font Regular"/>
              <a:buChar char="-"/>
              <a:defRPr/>
            </a:lvl4pPr>
            <a:lvl5pPr>
              <a:lnSpc>
                <a:spcPct val="100000"/>
              </a:lnSpc>
              <a:spcAft>
                <a:spcPts val="400"/>
              </a:spcAf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7E9DC99A-719E-49DF-2688-3ECDCB3807FA}"/>
              </a:ext>
            </a:extLst>
          </p:cNvPr>
          <p:cNvSpPr>
            <a:spLocks noGrp="1"/>
          </p:cNvSpPr>
          <p:nvPr>
            <p:ph type="dt" sz="half" idx="10"/>
          </p:nvPr>
        </p:nvSpPr>
        <p:spPr/>
        <p:txBody>
          <a:bodyPr/>
          <a:lstStyle>
            <a:lvl1pPr>
              <a:defRPr/>
            </a:lvl1pPr>
          </a:lstStyle>
          <a:p>
            <a:pPr>
              <a:defRPr/>
            </a:pPr>
            <a:fld id="{17B16AFF-C97A-D34A-8C6A-03A018009065}" type="datetimeFigureOut">
              <a:rPr lang="en-US"/>
              <a:pPr>
                <a:defRPr/>
              </a:pPr>
              <a:t>5/29/26</a:t>
            </a:fld>
            <a:endParaRPr lang="en-US"/>
          </a:p>
        </p:txBody>
      </p:sp>
      <p:sp>
        <p:nvSpPr>
          <p:cNvPr id="6" name="Footer Placeholder 4">
            <a:extLst>
              <a:ext uri="{FF2B5EF4-FFF2-40B4-BE49-F238E27FC236}">
                <a16:creationId xmlns:a16="http://schemas.microsoft.com/office/drawing/2014/main" id="{DDFD1C92-C705-A974-6C48-E9876EC6FC8A}"/>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57E8C856-5945-307F-BE36-5D95377C2A66}"/>
              </a:ext>
            </a:extLst>
          </p:cNvPr>
          <p:cNvSpPr>
            <a:spLocks noGrp="1"/>
          </p:cNvSpPr>
          <p:nvPr>
            <p:ph type="sldNum" sz="quarter" idx="12"/>
          </p:nvPr>
        </p:nvSpPr>
        <p:spPr/>
        <p:txBody>
          <a:bodyPr/>
          <a:lstStyle>
            <a:lvl1pPr>
              <a:defRPr/>
            </a:lvl1pPr>
          </a:lstStyle>
          <a:p>
            <a:pPr>
              <a:defRPr/>
            </a:pPr>
            <a:fld id="{9C786E47-B5FA-8748-A00A-1ABEAC449D04}" type="slidenum">
              <a:rPr lang="en-US"/>
              <a:pPr>
                <a:defRPr/>
              </a:pPr>
              <a:t>‹#›</a:t>
            </a:fld>
            <a:endParaRPr lang="en-US"/>
          </a:p>
        </p:txBody>
      </p:sp>
    </p:spTree>
    <p:extLst>
      <p:ext uri="{BB962C8B-B14F-4D97-AF65-F5344CB8AC3E}">
        <p14:creationId xmlns:p14="http://schemas.microsoft.com/office/powerpoint/2010/main" val="2430252670"/>
      </p:ext>
    </p:extLst>
  </p:cSld>
  <p:clrMapOvr>
    <a:masterClrMapping/>
  </p:clrMapOvr>
  <p:transition spd="slow"/>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grpSp>
        <p:nvGrpSpPr>
          <p:cNvPr id="4" name="Graphic 17">
            <a:extLst>
              <a:ext uri="{FF2B5EF4-FFF2-40B4-BE49-F238E27FC236}">
                <a16:creationId xmlns:a16="http://schemas.microsoft.com/office/drawing/2014/main" id="{2C590175-14BB-BDC9-E01B-07D765D02308}"/>
              </a:ext>
            </a:extLst>
          </p:cNvPr>
          <p:cNvGrpSpPr/>
          <p:nvPr/>
        </p:nvGrpSpPr>
        <p:grpSpPr>
          <a:xfrm>
            <a:off x="9703276" y="5640828"/>
            <a:ext cx="1671795" cy="394991"/>
            <a:chOff x="115614" y="1936057"/>
            <a:chExt cx="7534694" cy="1780203"/>
          </a:xfrm>
          <a:solidFill>
            <a:schemeClr val="bg1"/>
          </a:solidFill>
        </p:grpSpPr>
        <p:sp>
          <p:nvSpPr>
            <p:cNvPr id="5" name="Freeform 4">
              <a:extLst>
                <a:ext uri="{FF2B5EF4-FFF2-40B4-BE49-F238E27FC236}">
                  <a16:creationId xmlns:a16="http://schemas.microsoft.com/office/drawing/2014/main" id="{F850E68E-0128-DC3F-9F28-7594002B2392}"/>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9A1BE218-D377-1A1B-52F7-494318BF0FE5}"/>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2" name="Title 1"/>
          <p:cNvSpPr>
            <a:spLocks noGrp="1"/>
          </p:cNvSpPr>
          <p:nvPr>
            <p:ph type="title"/>
          </p:nvPr>
        </p:nvSpPr>
        <p:spPr>
          <a:xfrm>
            <a:off x="559276" y="1079352"/>
            <a:ext cx="10515600" cy="2852737"/>
          </a:xfrm>
        </p:spPr>
        <p:txBody>
          <a:bodyPr anchor="b">
            <a:normAutofit/>
          </a:bodyPr>
          <a:lstStyle>
            <a:lvl1pPr>
              <a:defRPr sz="4000">
                <a:solidFill>
                  <a:schemeClr val="bg1"/>
                </a:solidFill>
              </a:defRPr>
            </a:lvl1pPr>
          </a:lstStyle>
          <a:p>
            <a:r>
              <a:rPr lang="en-US"/>
              <a:t>Click to edit Master title style</a:t>
            </a:r>
          </a:p>
        </p:txBody>
      </p:sp>
      <p:sp>
        <p:nvSpPr>
          <p:cNvPr id="3" name="Text Placeholder 2"/>
          <p:cNvSpPr>
            <a:spLocks noGrp="1"/>
          </p:cNvSpPr>
          <p:nvPr>
            <p:ph type="body" idx="1"/>
          </p:nvPr>
        </p:nvSpPr>
        <p:spPr>
          <a:xfrm>
            <a:off x="559276" y="3973987"/>
            <a:ext cx="10515600" cy="1500187"/>
          </a:xfrm>
        </p:spPr>
        <p:txBody>
          <a:bodyPr>
            <a:normAutofit/>
          </a:bodyPr>
          <a:lstStyle>
            <a:lvl1pPr marL="0" indent="0">
              <a:buNone/>
              <a:defRPr sz="2000" spc="300">
                <a:solidFill>
                  <a:schemeClr val="accent4"/>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7" name="Date Placeholder 3">
            <a:extLst>
              <a:ext uri="{FF2B5EF4-FFF2-40B4-BE49-F238E27FC236}">
                <a16:creationId xmlns:a16="http://schemas.microsoft.com/office/drawing/2014/main" id="{45FD4293-9B1B-48B1-86A6-60D28C392992}"/>
              </a:ext>
            </a:extLst>
          </p:cNvPr>
          <p:cNvSpPr>
            <a:spLocks noGrp="1"/>
          </p:cNvSpPr>
          <p:nvPr>
            <p:ph type="dt" sz="half" idx="10"/>
          </p:nvPr>
        </p:nvSpPr>
        <p:spPr/>
        <p:txBody>
          <a:bodyPr/>
          <a:lstStyle>
            <a:lvl1pPr>
              <a:defRPr/>
            </a:lvl1pPr>
          </a:lstStyle>
          <a:p>
            <a:pPr>
              <a:defRPr/>
            </a:pPr>
            <a:fld id="{54CD896F-B898-A443-B8DF-6FF9513CC3B6}" type="datetimeFigureOut">
              <a:rPr lang="en-US"/>
              <a:pPr>
                <a:defRPr/>
              </a:pPr>
              <a:t>5/29/26</a:t>
            </a:fld>
            <a:endParaRPr lang="en-US"/>
          </a:p>
        </p:txBody>
      </p:sp>
      <p:sp>
        <p:nvSpPr>
          <p:cNvPr id="8" name="Footer Placeholder 4">
            <a:extLst>
              <a:ext uri="{FF2B5EF4-FFF2-40B4-BE49-F238E27FC236}">
                <a16:creationId xmlns:a16="http://schemas.microsoft.com/office/drawing/2014/main" id="{0814E965-0C31-4F72-0AC2-53A705460DA7}"/>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3BFEA1C9-5D50-ADA4-E267-D28679C8D491}"/>
              </a:ext>
            </a:extLst>
          </p:cNvPr>
          <p:cNvSpPr>
            <a:spLocks noGrp="1"/>
          </p:cNvSpPr>
          <p:nvPr>
            <p:ph type="sldNum" sz="quarter" idx="12"/>
          </p:nvPr>
        </p:nvSpPr>
        <p:spPr/>
        <p:txBody>
          <a:bodyPr/>
          <a:lstStyle>
            <a:lvl1pPr>
              <a:defRPr/>
            </a:lvl1pPr>
          </a:lstStyle>
          <a:p>
            <a:pPr>
              <a:defRPr/>
            </a:pPr>
            <a:fld id="{E7625209-9188-6B42-ADA6-7E84E3E91A59}" type="slidenum">
              <a:rPr lang="en-US"/>
              <a:pPr>
                <a:defRPr/>
              </a:pPr>
              <a:t>‹#›</a:t>
            </a:fld>
            <a:endParaRPr lang="en-US"/>
          </a:p>
        </p:txBody>
      </p:sp>
    </p:spTree>
    <p:extLst>
      <p:ext uri="{BB962C8B-B14F-4D97-AF65-F5344CB8AC3E}">
        <p14:creationId xmlns:p14="http://schemas.microsoft.com/office/powerpoint/2010/main" val="35168772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36331" y="612648"/>
            <a:ext cx="11196860" cy="1078040"/>
          </a:xfrm>
        </p:spPr>
        <p:txBody>
          <a:bodyPr/>
          <a:lstStyle/>
          <a:p>
            <a:r>
              <a:rPr lang="en-US"/>
              <a:t>Click to edit Master title style</a:t>
            </a:r>
          </a:p>
        </p:txBody>
      </p:sp>
      <p:sp>
        <p:nvSpPr>
          <p:cNvPr id="3" name="Content Placeholder 2"/>
          <p:cNvSpPr>
            <a:spLocks noGrp="1"/>
          </p:cNvSpPr>
          <p:nvPr>
            <p:ph sz="half" idx="1"/>
          </p:nvPr>
        </p:nvSpPr>
        <p:spPr>
          <a:xfrm>
            <a:off x="33633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AA833680-52C0-4AA1-7458-6082C919B5CE}"/>
              </a:ext>
            </a:extLst>
          </p:cNvPr>
          <p:cNvSpPr>
            <a:spLocks noGrp="1"/>
          </p:cNvSpPr>
          <p:nvPr>
            <p:ph type="dt" sz="half" idx="10"/>
          </p:nvPr>
        </p:nvSpPr>
        <p:spPr/>
        <p:txBody>
          <a:bodyPr/>
          <a:lstStyle>
            <a:lvl1pPr>
              <a:defRPr/>
            </a:lvl1pPr>
          </a:lstStyle>
          <a:p>
            <a:pPr>
              <a:defRPr/>
            </a:pPr>
            <a:fld id="{0AC1F0A8-A36B-B046-A372-FD76991329A1}" type="datetimeFigureOut">
              <a:rPr lang="en-US"/>
              <a:pPr>
                <a:defRPr/>
              </a:pPr>
              <a:t>5/29/26</a:t>
            </a:fld>
            <a:endParaRPr lang="en-US" dirty="0"/>
          </a:p>
        </p:txBody>
      </p:sp>
      <p:sp>
        <p:nvSpPr>
          <p:cNvPr id="6" name="Footer Placeholder 4">
            <a:extLst>
              <a:ext uri="{FF2B5EF4-FFF2-40B4-BE49-F238E27FC236}">
                <a16:creationId xmlns:a16="http://schemas.microsoft.com/office/drawing/2014/main" id="{57576BE0-8781-ED62-9C8E-0F15FBA21D81}"/>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3EAD8221-AE41-295B-F28C-C1446E058F96}"/>
              </a:ext>
            </a:extLst>
          </p:cNvPr>
          <p:cNvSpPr>
            <a:spLocks noGrp="1"/>
          </p:cNvSpPr>
          <p:nvPr>
            <p:ph type="sldNum" sz="quarter" idx="12"/>
          </p:nvPr>
        </p:nvSpPr>
        <p:spPr/>
        <p:txBody>
          <a:bodyPr/>
          <a:lstStyle>
            <a:lvl1pPr>
              <a:defRPr/>
            </a:lvl1pPr>
          </a:lstStyle>
          <a:p>
            <a:pPr>
              <a:defRPr/>
            </a:pPr>
            <a:fld id="{D081A67D-78B5-E940-817B-0286B2A2FD31}" type="slidenum">
              <a:rPr lang="en-US"/>
              <a:pPr>
                <a:defRPr/>
              </a:pPr>
              <a:t>‹#›</a:t>
            </a:fld>
            <a:endParaRPr lang="en-US" dirty="0"/>
          </a:p>
        </p:txBody>
      </p:sp>
    </p:spTree>
    <p:extLst>
      <p:ext uri="{BB962C8B-B14F-4D97-AF65-F5344CB8AC3E}">
        <p14:creationId xmlns:p14="http://schemas.microsoft.com/office/powerpoint/2010/main" val="209882162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A08364D1-08BA-9D11-EE76-7EE034A80B8F}"/>
              </a:ext>
            </a:extLst>
          </p:cNvPr>
          <p:cNvSpPr>
            <a:spLocks noGrp="1"/>
          </p:cNvSpPr>
          <p:nvPr>
            <p:ph type="dt" sz="half" idx="10"/>
          </p:nvPr>
        </p:nvSpPr>
        <p:spPr/>
        <p:txBody>
          <a:bodyPr/>
          <a:lstStyle>
            <a:lvl1pPr>
              <a:defRPr/>
            </a:lvl1pPr>
          </a:lstStyle>
          <a:p>
            <a:pPr>
              <a:defRPr/>
            </a:pPr>
            <a:fld id="{BD823682-94E9-4145-BB20-421EE936806C}" type="datetimeFigureOut">
              <a:rPr lang="en-US"/>
              <a:pPr>
                <a:defRPr/>
              </a:pPr>
              <a:t>5/29/26</a:t>
            </a:fld>
            <a:endParaRPr lang="en-US" dirty="0"/>
          </a:p>
        </p:txBody>
      </p:sp>
      <p:sp>
        <p:nvSpPr>
          <p:cNvPr id="8" name="Footer Placeholder 4">
            <a:extLst>
              <a:ext uri="{FF2B5EF4-FFF2-40B4-BE49-F238E27FC236}">
                <a16:creationId xmlns:a16="http://schemas.microsoft.com/office/drawing/2014/main" id="{8DE68981-E511-F4D4-03BD-103E18884715}"/>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6022F2A9-0D2E-FE55-7FD6-DDCE1CC54AD9}"/>
              </a:ext>
            </a:extLst>
          </p:cNvPr>
          <p:cNvSpPr>
            <a:spLocks noGrp="1"/>
          </p:cNvSpPr>
          <p:nvPr>
            <p:ph type="sldNum" sz="quarter" idx="12"/>
          </p:nvPr>
        </p:nvSpPr>
        <p:spPr/>
        <p:txBody>
          <a:bodyPr/>
          <a:lstStyle>
            <a:lvl1pPr>
              <a:defRPr/>
            </a:lvl1pPr>
          </a:lstStyle>
          <a:p>
            <a:pPr>
              <a:defRPr/>
            </a:pPr>
            <a:fld id="{C11AF8CA-DE6F-D246-A3C0-4DD79227B29C}" type="slidenum">
              <a:rPr lang="en-US"/>
              <a:pPr>
                <a:defRPr/>
              </a:pPr>
              <a:t>‹#›</a:t>
            </a:fld>
            <a:endParaRPr lang="en-US" dirty="0"/>
          </a:p>
        </p:txBody>
      </p:sp>
    </p:spTree>
    <p:extLst>
      <p:ext uri="{BB962C8B-B14F-4D97-AF65-F5344CB8AC3E}">
        <p14:creationId xmlns:p14="http://schemas.microsoft.com/office/powerpoint/2010/main" val="185298045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a:extLst>
              <a:ext uri="{FF2B5EF4-FFF2-40B4-BE49-F238E27FC236}">
                <a16:creationId xmlns:a16="http://schemas.microsoft.com/office/drawing/2014/main" id="{FAE470FB-518E-2A22-CE96-8F0F9B0B09B6}"/>
              </a:ext>
            </a:extLst>
          </p:cNvPr>
          <p:cNvSpPr>
            <a:spLocks noGrp="1"/>
          </p:cNvSpPr>
          <p:nvPr>
            <p:ph type="dt" sz="half" idx="10"/>
          </p:nvPr>
        </p:nvSpPr>
        <p:spPr/>
        <p:txBody>
          <a:bodyPr/>
          <a:lstStyle>
            <a:lvl1pPr>
              <a:defRPr/>
            </a:lvl1pPr>
          </a:lstStyle>
          <a:p>
            <a:pPr>
              <a:defRPr/>
            </a:pPr>
            <a:fld id="{A17EB464-A38C-2649-8D28-30F63324FB8E}" type="datetimeFigureOut">
              <a:rPr lang="en-US"/>
              <a:pPr>
                <a:defRPr/>
              </a:pPr>
              <a:t>5/29/26</a:t>
            </a:fld>
            <a:endParaRPr lang="en-US" dirty="0"/>
          </a:p>
        </p:txBody>
      </p:sp>
      <p:sp>
        <p:nvSpPr>
          <p:cNvPr id="4" name="Footer Placeholder 4">
            <a:extLst>
              <a:ext uri="{FF2B5EF4-FFF2-40B4-BE49-F238E27FC236}">
                <a16:creationId xmlns:a16="http://schemas.microsoft.com/office/drawing/2014/main" id="{894AB719-4185-3194-4746-6148D5A52DE3}"/>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5F5A6C24-3DDC-4FB0-160A-BBC0E058BCEA}"/>
              </a:ext>
            </a:extLst>
          </p:cNvPr>
          <p:cNvSpPr>
            <a:spLocks noGrp="1"/>
          </p:cNvSpPr>
          <p:nvPr>
            <p:ph type="sldNum" sz="quarter" idx="12"/>
          </p:nvPr>
        </p:nvSpPr>
        <p:spPr/>
        <p:txBody>
          <a:bodyPr/>
          <a:lstStyle>
            <a:lvl1pPr>
              <a:defRPr/>
            </a:lvl1pPr>
          </a:lstStyle>
          <a:p>
            <a:pPr>
              <a:defRPr/>
            </a:pPr>
            <a:fld id="{6ED12F58-6E67-7342-AA70-7898E56418D9}" type="slidenum">
              <a:rPr lang="en-US"/>
              <a:pPr>
                <a:defRPr/>
              </a:pPr>
              <a:t>‹#›</a:t>
            </a:fld>
            <a:endParaRPr lang="en-US" dirty="0"/>
          </a:p>
        </p:txBody>
      </p:sp>
    </p:spTree>
    <p:extLst>
      <p:ext uri="{BB962C8B-B14F-4D97-AF65-F5344CB8AC3E}">
        <p14:creationId xmlns:p14="http://schemas.microsoft.com/office/powerpoint/2010/main" val="332218675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A777AC9-3865-923A-D56E-55144DCF2FCA}"/>
              </a:ext>
            </a:extLst>
          </p:cNvPr>
          <p:cNvSpPr>
            <a:spLocks noGrp="1"/>
          </p:cNvSpPr>
          <p:nvPr>
            <p:ph type="dt" sz="half" idx="10"/>
          </p:nvPr>
        </p:nvSpPr>
        <p:spPr/>
        <p:txBody>
          <a:bodyPr/>
          <a:lstStyle>
            <a:lvl1pPr>
              <a:defRPr/>
            </a:lvl1pPr>
          </a:lstStyle>
          <a:p>
            <a:pPr>
              <a:defRPr/>
            </a:pPr>
            <a:fld id="{F5F2B92E-53AD-974F-875D-CBC78E6A5F1B}" type="datetimeFigureOut">
              <a:rPr lang="en-US"/>
              <a:pPr>
                <a:defRPr/>
              </a:pPr>
              <a:t>5/29/26</a:t>
            </a:fld>
            <a:endParaRPr lang="en-US"/>
          </a:p>
        </p:txBody>
      </p:sp>
      <p:sp>
        <p:nvSpPr>
          <p:cNvPr id="3" name="Footer Placeholder 2">
            <a:extLst>
              <a:ext uri="{FF2B5EF4-FFF2-40B4-BE49-F238E27FC236}">
                <a16:creationId xmlns:a16="http://schemas.microsoft.com/office/drawing/2014/main" id="{2B86CADF-4F64-40FC-60BA-B6F908B4F7FF}"/>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3">
            <a:extLst>
              <a:ext uri="{FF2B5EF4-FFF2-40B4-BE49-F238E27FC236}">
                <a16:creationId xmlns:a16="http://schemas.microsoft.com/office/drawing/2014/main" id="{D77F3967-0637-26A1-5B5C-2D6BF9F73CA0}"/>
              </a:ext>
            </a:extLst>
          </p:cNvPr>
          <p:cNvSpPr>
            <a:spLocks noGrp="1"/>
          </p:cNvSpPr>
          <p:nvPr>
            <p:ph type="sldNum" sz="quarter" idx="12"/>
          </p:nvPr>
        </p:nvSpPr>
        <p:spPr/>
        <p:txBody>
          <a:bodyPr/>
          <a:lstStyle>
            <a:lvl1pPr>
              <a:defRPr/>
            </a:lvl1pPr>
          </a:lstStyle>
          <a:p>
            <a:pPr>
              <a:defRPr/>
            </a:pPr>
            <a:fld id="{793F4AAD-F9B6-504B-8CB6-180E6535398C}" type="slidenum">
              <a:rPr lang="en-US"/>
              <a:pPr>
                <a:defRPr/>
              </a:pPr>
              <a:t>‹#›</a:t>
            </a:fld>
            <a:endParaRPr lang="en-US"/>
          </a:p>
        </p:txBody>
      </p:sp>
    </p:spTree>
    <p:extLst>
      <p:ext uri="{BB962C8B-B14F-4D97-AF65-F5344CB8AC3E}">
        <p14:creationId xmlns:p14="http://schemas.microsoft.com/office/powerpoint/2010/main" val="37919195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5EF946AD-C870-3789-150E-086365840374}"/>
              </a:ext>
            </a:extLst>
          </p:cNvPr>
          <p:cNvSpPr>
            <a:spLocks noGrp="1"/>
          </p:cNvSpPr>
          <p:nvPr>
            <p:ph type="dt" sz="half" idx="10"/>
          </p:nvPr>
        </p:nvSpPr>
        <p:spPr/>
        <p:txBody>
          <a:bodyPr/>
          <a:lstStyle>
            <a:lvl1pPr>
              <a:defRPr/>
            </a:lvl1pPr>
          </a:lstStyle>
          <a:p>
            <a:pPr>
              <a:defRPr/>
            </a:pPr>
            <a:fld id="{959CE035-BEEC-3F43-84AA-6B6139690AD8}" type="datetimeFigureOut">
              <a:rPr lang="en-US"/>
              <a:pPr>
                <a:defRPr/>
              </a:pPr>
              <a:t>5/29/26</a:t>
            </a:fld>
            <a:endParaRPr lang="en-US" dirty="0"/>
          </a:p>
        </p:txBody>
      </p:sp>
      <p:sp>
        <p:nvSpPr>
          <p:cNvPr id="6" name="Footer Placeholder 4">
            <a:extLst>
              <a:ext uri="{FF2B5EF4-FFF2-40B4-BE49-F238E27FC236}">
                <a16:creationId xmlns:a16="http://schemas.microsoft.com/office/drawing/2014/main" id="{A08C1268-52FE-A8B8-B111-C8936A685494}"/>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E6CF7B06-7934-84B4-EA84-B7007D480171}"/>
              </a:ext>
            </a:extLst>
          </p:cNvPr>
          <p:cNvSpPr>
            <a:spLocks noGrp="1"/>
          </p:cNvSpPr>
          <p:nvPr>
            <p:ph type="sldNum" sz="quarter" idx="12"/>
          </p:nvPr>
        </p:nvSpPr>
        <p:spPr/>
        <p:txBody>
          <a:bodyPr/>
          <a:lstStyle>
            <a:lvl1pPr>
              <a:defRPr/>
            </a:lvl1pPr>
          </a:lstStyle>
          <a:p>
            <a:pPr>
              <a:defRPr/>
            </a:pPr>
            <a:fld id="{2D46E608-8C17-9B40-8124-C097F58AB6F3}" type="slidenum">
              <a:rPr lang="en-US"/>
              <a:pPr>
                <a:defRPr/>
              </a:pPr>
              <a:t>‹#›</a:t>
            </a:fld>
            <a:endParaRPr lang="en-US" dirty="0"/>
          </a:p>
        </p:txBody>
      </p:sp>
    </p:spTree>
    <p:extLst>
      <p:ext uri="{BB962C8B-B14F-4D97-AF65-F5344CB8AC3E}">
        <p14:creationId xmlns:p14="http://schemas.microsoft.com/office/powerpoint/2010/main" val="39022127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6" name="Picture 5" descr="A white text on a black background&#10;&#10;Description automatically generated">
            <a:extLst>
              <a:ext uri="{FF2B5EF4-FFF2-40B4-BE49-F238E27FC236}">
                <a16:creationId xmlns:a16="http://schemas.microsoft.com/office/drawing/2014/main" id="{523303CB-762F-C9D8-2ACF-3A97B99A2A9F}"/>
              </a:ext>
            </a:extLst>
          </p:cNvPr>
          <p:cNvPicPr>
            <a:picLocks noChangeAspect="1"/>
          </p:cNvPicPr>
          <p:nvPr userDrawn="1"/>
        </p:nvPicPr>
        <p:blipFill>
          <a:blip r:embed="rId2"/>
          <a:stretch>
            <a:fillRect/>
          </a:stretch>
        </p:blipFill>
        <p:spPr>
          <a:xfrm>
            <a:off x="3835400" y="852211"/>
            <a:ext cx="4840288" cy="1713462"/>
          </a:xfrm>
          <a:prstGeom prst="rect">
            <a:avLst/>
          </a:prstGeom>
          <a:noFill/>
        </p:spPr>
      </p:pic>
      <p:sp>
        <p:nvSpPr>
          <p:cNvPr id="7" name="TextBox 6">
            <a:extLst>
              <a:ext uri="{FF2B5EF4-FFF2-40B4-BE49-F238E27FC236}">
                <a16:creationId xmlns:a16="http://schemas.microsoft.com/office/drawing/2014/main" id="{042F3903-E57B-D838-A295-58803F2607E9}"/>
              </a:ext>
            </a:extLst>
          </p:cNvPr>
          <p:cNvSpPr txBox="1"/>
          <p:nvPr userDrawn="1"/>
        </p:nvSpPr>
        <p:spPr>
          <a:xfrm>
            <a:off x="2753553" y="2572127"/>
            <a:ext cx="6602478" cy="73866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SofiaPro-Light" panose="00000400000000000000" pitchFamily="50" charset="0"/>
                <a:ea typeface="+mn-ea"/>
                <a:cs typeface="+mn-cs"/>
              </a:rPr>
              <a:t>NetBrain Technologies Inc. is the leading provider of network automation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SofiaPro-Light" panose="00000400000000000000" pitchFamily="50" charset="0"/>
                <a:ea typeface="+mn-ea"/>
                <a:cs typeface="+mn-cs"/>
              </a:rPr>
              <a:t>solutions with offices throughout the world including Boston, London,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SofiaPro-Light" panose="00000400000000000000" pitchFamily="50" charset="0"/>
                <a:ea typeface="+mn-ea"/>
                <a:cs typeface="+mn-cs"/>
              </a:rPr>
              <a:t>Munich, Beijing, Toronto and Pune.</a:t>
            </a:r>
          </a:p>
        </p:txBody>
      </p:sp>
      <p:sp>
        <p:nvSpPr>
          <p:cNvPr id="8" name="TextBox 7">
            <a:extLst>
              <a:ext uri="{FF2B5EF4-FFF2-40B4-BE49-F238E27FC236}">
                <a16:creationId xmlns:a16="http://schemas.microsoft.com/office/drawing/2014/main" id="{F8786FF6-A53C-68AA-CB93-BBC2E5A88292}"/>
              </a:ext>
            </a:extLst>
          </p:cNvPr>
          <p:cNvSpPr txBox="1"/>
          <p:nvPr userDrawn="1"/>
        </p:nvSpPr>
        <p:spPr>
          <a:xfrm>
            <a:off x="2720215" y="3742264"/>
            <a:ext cx="660247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FFFFFF"/>
                </a:solidFill>
                <a:effectLst/>
                <a:uLnTx/>
                <a:uFillTx/>
                <a:latin typeface="SofiaPro-Light" panose="00000400000000000000" pitchFamily="50" charset="0"/>
                <a:ea typeface="+mn-ea"/>
                <a:cs typeface="+mn-cs"/>
              </a:rPr>
              <a:t>+1 (800) 605-7964   |   info@netbrain.com   |   www.netbrain.com</a:t>
            </a:r>
          </a:p>
        </p:txBody>
      </p:sp>
      <p:sp>
        <p:nvSpPr>
          <p:cNvPr id="9" name="TextBox 8">
            <a:extLst>
              <a:ext uri="{FF2B5EF4-FFF2-40B4-BE49-F238E27FC236}">
                <a16:creationId xmlns:a16="http://schemas.microsoft.com/office/drawing/2014/main" id="{14310380-23D9-CEFF-9F0E-0B3151B17BB8}"/>
              </a:ext>
            </a:extLst>
          </p:cNvPr>
          <p:cNvSpPr txBox="1"/>
          <p:nvPr userDrawn="1"/>
        </p:nvSpPr>
        <p:spPr>
          <a:xfrm>
            <a:off x="2794761" y="6434000"/>
            <a:ext cx="6602478" cy="21544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SofiaPro-Light" panose="00000400000000000000" pitchFamily="50" charset="0"/>
                <a:ea typeface="+mn-ea"/>
                <a:cs typeface="+mn-cs"/>
              </a:rPr>
              <a:t>Copyright © 2024  NetBrain Technologies, Inc. All trademarks referenced herein belong to NetBrain Technologies, Inc.</a:t>
            </a:r>
          </a:p>
        </p:txBody>
      </p:sp>
    </p:spTree>
    <p:extLst>
      <p:ext uri="{BB962C8B-B14F-4D97-AF65-F5344CB8AC3E}">
        <p14:creationId xmlns:p14="http://schemas.microsoft.com/office/powerpoint/2010/main" val="41074925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theme" Target="../theme/theme2.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theme" Target="../theme/theme3.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C19BF36D-AF56-53F6-3BF8-0E494A7BCB4F}"/>
              </a:ext>
            </a:extLst>
          </p:cNvPr>
          <p:cNvSpPr>
            <a:spLocks noGrp="1" noChangeArrowheads="1"/>
          </p:cNvSpPr>
          <p:nvPr>
            <p:ph type="title"/>
          </p:nvPr>
        </p:nvSpPr>
        <p:spPr bwMode="auto">
          <a:xfrm>
            <a:off x="336550" y="612775"/>
            <a:ext cx="11196638" cy="1077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FB4A070F-64F8-710A-00A6-E8D7853BFB5D}"/>
              </a:ext>
            </a:extLst>
          </p:cNvPr>
          <p:cNvSpPr>
            <a:spLocks noGrp="1" noChangeArrowheads="1"/>
          </p:cNvSpPr>
          <p:nvPr>
            <p:ph type="body" idx="1"/>
          </p:nvPr>
        </p:nvSpPr>
        <p:spPr bwMode="auto">
          <a:xfrm>
            <a:off x="336550" y="1825625"/>
            <a:ext cx="11196638"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3D6BDF56-1AE3-BFD1-5407-64DBCA8F81BA}"/>
              </a:ext>
            </a:extLst>
          </p:cNvPr>
          <p:cNvSpPr>
            <a:spLocks noGrp="1"/>
          </p:cNvSpPr>
          <p:nvPr>
            <p:ph type="dt" sz="half" idx="2"/>
          </p:nvPr>
        </p:nvSpPr>
        <p:spPr>
          <a:xfrm>
            <a:off x="1479550" y="6356350"/>
            <a:ext cx="69850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smtClean="0">
                <a:solidFill>
                  <a:schemeClr val="tx1">
                    <a:tint val="82000"/>
                  </a:schemeClr>
                </a:solidFill>
                <a:latin typeface="Arial" panose="020B0604020202020204" pitchFamily="34" charset="0"/>
              </a:defRPr>
            </a:lvl1pPr>
          </a:lstStyle>
          <a:p>
            <a:pPr>
              <a:defRPr/>
            </a:pPr>
            <a:fld id="{6F278B78-0DEE-E643-9F59-53FA6BCEC7C0}" type="datetimeFigureOut">
              <a:rPr lang="en-US"/>
              <a:pPr>
                <a:defRPr/>
              </a:pPr>
              <a:t>5/29/26</a:t>
            </a:fld>
            <a:endParaRPr lang="en-US" dirty="0"/>
          </a:p>
        </p:txBody>
      </p:sp>
      <p:sp>
        <p:nvSpPr>
          <p:cNvPr id="5" name="Footer Placeholder 4">
            <a:extLst>
              <a:ext uri="{FF2B5EF4-FFF2-40B4-BE49-F238E27FC236}">
                <a16:creationId xmlns:a16="http://schemas.microsoft.com/office/drawing/2014/main" id="{8B602447-3B36-8889-528C-DB3790B9382A}"/>
              </a:ext>
            </a:extLst>
          </p:cNvPr>
          <p:cNvSpPr>
            <a:spLocks noGrp="1"/>
          </p:cNvSpPr>
          <p:nvPr>
            <p:ph type="ftr" sz="quarter" idx="3"/>
          </p:nvPr>
        </p:nvSpPr>
        <p:spPr>
          <a:xfrm>
            <a:off x="2405063" y="6356350"/>
            <a:ext cx="484505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dirty="0">
                <a:solidFill>
                  <a:schemeClr val="tx1">
                    <a:tint val="82000"/>
                  </a:schemeClr>
                </a:solidFill>
                <a:latin typeface="Arial" panose="020B0604020202020204" pitchFamily="34" charset="0"/>
              </a:defRPr>
            </a:lvl1pPr>
          </a:lstStyle>
          <a:p>
            <a:pPr>
              <a:defRPr/>
            </a:pPr>
            <a:endParaRPr lang="en-US"/>
          </a:p>
        </p:txBody>
      </p:sp>
      <p:sp>
        <p:nvSpPr>
          <p:cNvPr id="6" name="Slide Number Placeholder 5">
            <a:extLst>
              <a:ext uri="{FF2B5EF4-FFF2-40B4-BE49-F238E27FC236}">
                <a16:creationId xmlns:a16="http://schemas.microsoft.com/office/drawing/2014/main" id="{F905202D-DE48-FB14-557E-6FF46968B28E}"/>
              </a:ext>
            </a:extLst>
          </p:cNvPr>
          <p:cNvSpPr>
            <a:spLocks noGrp="1"/>
          </p:cNvSpPr>
          <p:nvPr>
            <p:ph type="sldNum" sz="quarter" idx="4"/>
          </p:nvPr>
        </p:nvSpPr>
        <p:spPr>
          <a:xfrm>
            <a:off x="336550" y="6356350"/>
            <a:ext cx="69850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smtClean="0">
                <a:solidFill>
                  <a:schemeClr val="tx1">
                    <a:tint val="82000"/>
                  </a:schemeClr>
                </a:solidFill>
                <a:latin typeface="Arial" panose="020B0604020202020204" pitchFamily="34" charset="0"/>
              </a:defRPr>
            </a:lvl1pPr>
          </a:lstStyle>
          <a:p>
            <a:pPr>
              <a:defRPr/>
            </a:pPr>
            <a:fld id="{8F605E95-3AB7-334E-8454-2A82875BFA34}" type="slidenum">
              <a:rPr lang="en-US"/>
              <a:pPr>
                <a:defRPr/>
              </a:pPr>
              <a:t>‹#›</a:t>
            </a:fld>
            <a:endParaRPr lang="en-US" dirty="0"/>
          </a:p>
        </p:txBody>
      </p:sp>
      <p:grpSp>
        <p:nvGrpSpPr>
          <p:cNvPr id="7" name="Graphic 17">
            <a:extLst>
              <a:ext uri="{FF2B5EF4-FFF2-40B4-BE49-F238E27FC236}">
                <a16:creationId xmlns:a16="http://schemas.microsoft.com/office/drawing/2014/main" id="{C62936DB-D6FE-4E65-65D3-F02E9991941F}"/>
              </a:ext>
            </a:extLst>
          </p:cNvPr>
          <p:cNvGrpSpPr/>
          <p:nvPr/>
        </p:nvGrpSpPr>
        <p:grpSpPr>
          <a:xfrm>
            <a:off x="10655460" y="6375908"/>
            <a:ext cx="1100676" cy="260054"/>
            <a:chOff x="115614" y="1936057"/>
            <a:chExt cx="7534694" cy="1780203"/>
          </a:xfrm>
          <a:solidFill>
            <a:schemeClr val="tx1"/>
          </a:solidFill>
        </p:grpSpPr>
        <p:sp>
          <p:nvSpPr>
            <p:cNvPr id="8" name="Freeform 7">
              <a:extLst>
                <a:ext uri="{FF2B5EF4-FFF2-40B4-BE49-F238E27FC236}">
                  <a16:creationId xmlns:a16="http://schemas.microsoft.com/office/drawing/2014/main" id="{2467A921-D73D-3022-EF2D-8312AEF52EFB}"/>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9" name="Freeform 8">
              <a:extLst>
                <a:ext uri="{FF2B5EF4-FFF2-40B4-BE49-F238E27FC236}">
                  <a16:creationId xmlns:a16="http://schemas.microsoft.com/office/drawing/2014/main" id="{2A338135-7971-2905-8942-110AB9D90297}"/>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11" name="Rectangle 10">
            <a:extLst>
              <a:ext uri="{FF2B5EF4-FFF2-40B4-BE49-F238E27FC236}">
                <a16:creationId xmlns:a16="http://schemas.microsoft.com/office/drawing/2014/main" id="{A4335405-D92F-E858-6264-90973C1B652D}"/>
              </a:ext>
            </a:extLst>
          </p:cNvPr>
          <p:cNvSpPr/>
          <p:nvPr/>
        </p:nvSpPr>
        <p:spPr>
          <a:xfrm>
            <a:off x="0" y="0"/>
            <a:ext cx="12192000" cy="84138"/>
          </a:xfrm>
          <a:prstGeom prst="rect">
            <a:avLst/>
          </a:prstGeom>
          <a:gradFill>
            <a:gsLst>
              <a:gs pos="0">
                <a:schemeClr val="tx2"/>
              </a:gs>
              <a:gs pos="100000">
                <a:schemeClr val="tx1"/>
              </a:gs>
              <a:gs pos="42000">
                <a:schemeClr val="accent1"/>
              </a:gs>
            </a:gsLst>
            <a:lin ang="7304" scaled="1"/>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latin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92" r:id="rId1"/>
    <p:sldLayoutId id="2147483682" r:id="rId2"/>
    <p:sldLayoutId id="2147483693" r:id="rId3"/>
    <p:sldLayoutId id="2147483694" r:id="rId4"/>
    <p:sldLayoutId id="2147483695" r:id="rId5"/>
    <p:sldLayoutId id="2147483696" r:id="rId6"/>
    <p:sldLayoutId id="2147483697" r:id="rId7"/>
    <p:sldLayoutId id="2147483683" r:id="rId8"/>
    <p:sldLayoutId id="2147483684" r:id="rId9"/>
    <p:sldLayoutId id="2147483685" r:id="rId10"/>
    <p:sldLayoutId id="2147483698" r:id="rId11"/>
    <p:sldLayoutId id="2147483686" r:id="rId12"/>
    <p:sldLayoutId id="2147483715" r:id="rId13"/>
  </p:sldLayoutIdLst>
  <p:txStyles>
    <p:titleStyle>
      <a:lvl1pPr algn="l" rtl="0" eaLnBrk="1" fontAlgn="base" hangingPunct="1">
        <a:lnSpc>
          <a:spcPct val="90000"/>
        </a:lnSpc>
        <a:spcBef>
          <a:spcPct val="0"/>
        </a:spcBef>
        <a:spcAft>
          <a:spcPct val="0"/>
        </a:spcAft>
        <a:defRPr sz="3200" kern="1200">
          <a:solidFill>
            <a:schemeClr val="tx1"/>
          </a:solidFill>
          <a:latin typeface="Arial" panose="020B0604020202020204" pitchFamily="34" charset="0"/>
          <a:ea typeface="+mj-ea"/>
          <a:cs typeface="Arial" panose="020B0604020202020204" pitchFamily="34" charset="0"/>
        </a:defRPr>
      </a:lvl1pPr>
      <a:lvl2pPr algn="l" rtl="0" eaLnBrk="1" fontAlgn="base" hangingPunct="1">
        <a:lnSpc>
          <a:spcPct val="90000"/>
        </a:lnSpc>
        <a:spcBef>
          <a:spcPct val="0"/>
        </a:spcBef>
        <a:spcAft>
          <a:spcPct val="0"/>
        </a:spcAft>
        <a:defRPr sz="3200">
          <a:solidFill>
            <a:schemeClr val="tx1"/>
          </a:solidFill>
          <a:latin typeface="Arial" panose="020B0604020202020204" pitchFamily="34" charset="0"/>
          <a:cs typeface="Arial" panose="020B0604020202020204" pitchFamily="34" charset="0"/>
        </a:defRPr>
      </a:lvl2pPr>
      <a:lvl3pPr algn="l" rtl="0" eaLnBrk="1" fontAlgn="base" hangingPunct="1">
        <a:lnSpc>
          <a:spcPct val="90000"/>
        </a:lnSpc>
        <a:spcBef>
          <a:spcPct val="0"/>
        </a:spcBef>
        <a:spcAft>
          <a:spcPct val="0"/>
        </a:spcAft>
        <a:defRPr sz="3200">
          <a:solidFill>
            <a:schemeClr val="tx1"/>
          </a:solidFill>
          <a:latin typeface="Arial" panose="020B0604020202020204" pitchFamily="34" charset="0"/>
          <a:cs typeface="Arial" panose="020B0604020202020204" pitchFamily="34" charset="0"/>
        </a:defRPr>
      </a:lvl3pPr>
      <a:lvl4pPr algn="l" rtl="0" eaLnBrk="1" fontAlgn="base" hangingPunct="1">
        <a:lnSpc>
          <a:spcPct val="90000"/>
        </a:lnSpc>
        <a:spcBef>
          <a:spcPct val="0"/>
        </a:spcBef>
        <a:spcAft>
          <a:spcPct val="0"/>
        </a:spcAft>
        <a:defRPr sz="3200">
          <a:solidFill>
            <a:schemeClr val="tx1"/>
          </a:solidFill>
          <a:latin typeface="Arial" panose="020B0604020202020204" pitchFamily="34" charset="0"/>
          <a:cs typeface="Arial" panose="020B0604020202020204" pitchFamily="34" charset="0"/>
        </a:defRPr>
      </a:lvl4pPr>
      <a:lvl5pPr algn="l" rtl="0" eaLnBrk="1" fontAlgn="base" hangingPunct="1">
        <a:lnSpc>
          <a:spcPct val="90000"/>
        </a:lnSpc>
        <a:spcBef>
          <a:spcPct val="0"/>
        </a:spcBef>
        <a:spcAft>
          <a:spcPct val="0"/>
        </a:spcAft>
        <a:defRPr sz="3200">
          <a:solidFill>
            <a:schemeClr val="tx1"/>
          </a:solidFill>
          <a:latin typeface="Arial" panose="020B0604020202020204" pitchFamily="34" charset="0"/>
          <a:cs typeface="Arial" panose="020B0604020202020204" pitchFamily="34" charset="0"/>
        </a:defRPr>
      </a:lvl5pPr>
      <a:lvl6pPr marL="457200" algn="l" rtl="0" eaLnBrk="1" fontAlgn="base" hangingPunct="1">
        <a:lnSpc>
          <a:spcPct val="90000"/>
        </a:lnSpc>
        <a:spcBef>
          <a:spcPct val="0"/>
        </a:spcBef>
        <a:spcAft>
          <a:spcPct val="0"/>
        </a:spcAft>
        <a:defRPr sz="3200">
          <a:solidFill>
            <a:schemeClr val="tx1"/>
          </a:solidFill>
          <a:latin typeface="Arial" panose="020B0604020202020204" pitchFamily="34" charset="0"/>
          <a:cs typeface="Arial" panose="020B0604020202020204" pitchFamily="34" charset="0"/>
        </a:defRPr>
      </a:lvl6pPr>
      <a:lvl7pPr marL="914400" algn="l" rtl="0" eaLnBrk="1" fontAlgn="base" hangingPunct="1">
        <a:lnSpc>
          <a:spcPct val="90000"/>
        </a:lnSpc>
        <a:spcBef>
          <a:spcPct val="0"/>
        </a:spcBef>
        <a:spcAft>
          <a:spcPct val="0"/>
        </a:spcAft>
        <a:defRPr sz="3200">
          <a:solidFill>
            <a:schemeClr val="tx1"/>
          </a:solidFill>
          <a:latin typeface="Arial" panose="020B0604020202020204" pitchFamily="34" charset="0"/>
          <a:cs typeface="Arial" panose="020B0604020202020204" pitchFamily="34" charset="0"/>
        </a:defRPr>
      </a:lvl7pPr>
      <a:lvl8pPr marL="1371600" algn="l" rtl="0" eaLnBrk="1" fontAlgn="base" hangingPunct="1">
        <a:lnSpc>
          <a:spcPct val="90000"/>
        </a:lnSpc>
        <a:spcBef>
          <a:spcPct val="0"/>
        </a:spcBef>
        <a:spcAft>
          <a:spcPct val="0"/>
        </a:spcAft>
        <a:defRPr sz="3200">
          <a:solidFill>
            <a:schemeClr val="tx1"/>
          </a:solidFill>
          <a:latin typeface="Arial" panose="020B0604020202020204" pitchFamily="34" charset="0"/>
          <a:cs typeface="Arial" panose="020B0604020202020204" pitchFamily="34" charset="0"/>
        </a:defRPr>
      </a:lvl8pPr>
      <a:lvl9pPr marL="1828800" algn="l" rtl="0" eaLnBrk="1" fontAlgn="base" hangingPunct="1">
        <a:lnSpc>
          <a:spcPct val="90000"/>
        </a:lnSpc>
        <a:spcBef>
          <a:spcPct val="0"/>
        </a:spcBef>
        <a:spcAft>
          <a:spcPct val="0"/>
        </a:spcAft>
        <a:defRPr sz="3200">
          <a:solidFill>
            <a:schemeClr val="tx1"/>
          </a:solidFill>
          <a:latin typeface="Arial" panose="020B0604020202020204" pitchFamily="34" charset="0"/>
          <a:cs typeface="Arial" panose="020B0604020202020204" pitchFamily="34" charset="0"/>
        </a:defRPr>
      </a:lvl9pPr>
    </p:titleStyle>
    <p:bodyStyle>
      <a:lvl1pPr marL="228600" indent="-228600" algn="l" rtl="0" eaLnBrk="1" fontAlgn="base" hangingPunct="1">
        <a:lnSpc>
          <a:spcPct val="90000"/>
        </a:lnSpc>
        <a:spcBef>
          <a:spcPts val="1000"/>
        </a:spcBef>
        <a:spcAft>
          <a:spcPct val="0"/>
        </a:spcAft>
        <a:buClr>
          <a:schemeClr val="accent1"/>
        </a:buClr>
        <a:buFont typeface="Arial" panose="020B0604020202020204" pitchFamily="34" charset="0"/>
        <a:buChar char="•"/>
        <a:defRPr sz="2400" kern="1200">
          <a:solidFill>
            <a:schemeClr val="tx1"/>
          </a:solidFill>
          <a:latin typeface="Arial" panose="020B0604020202020204" pitchFamily="34" charset="0"/>
          <a:ea typeface="+mn-ea"/>
          <a:cs typeface="+mn-cs"/>
        </a:defRPr>
      </a:lvl1pPr>
      <a:lvl2pPr marL="685800" indent="-228600" algn="l" rtl="0" eaLnBrk="1" fontAlgn="base" hangingPunct="1">
        <a:lnSpc>
          <a:spcPct val="90000"/>
        </a:lnSpc>
        <a:spcBef>
          <a:spcPts val="500"/>
        </a:spcBef>
        <a:spcAft>
          <a:spcPct val="0"/>
        </a:spcAft>
        <a:buClr>
          <a:schemeClr val="accent1"/>
        </a:buClr>
        <a:buFont typeface="System Font Regular"/>
        <a:buChar char="-"/>
        <a:defRPr sz="2000" kern="1200">
          <a:solidFill>
            <a:schemeClr val="tx1"/>
          </a:solidFill>
          <a:latin typeface="Arial" panose="020B0604020202020204" pitchFamily="34" charset="0"/>
          <a:ea typeface="+mn-ea"/>
          <a:cs typeface="+mn-cs"/>
        </a:defRPr>
      </a:lvl2pPr>
      <a:lvl3pPr marL="1143000" indent="-228600" algn="l" rtl="0" eaLnBrk="1" fontAlgn="base" hangingPunct="1">
        <a:lnSpc>
          <a:spcPct val="90000"/>
        </a:lnSpc>
        <a:spcBef>
          <a:spcPts val="500"/>
        </a:spcBef>
        <a:spcAft>
          <a:spcPct val="0"/>
        </a:spcAft>
        <a:buClr>
          <a:schemeClr val="accent1"/>
        </a:buClr>
        <a:buFont typeface="Arial" panose="020B0604020202020204" pitchFamily="34" charset="0"/>
        <a:buChar char="•"/>
        <a:defRPr kern="1200">
          <a:solidFill>
            <a:schemeClr val="tx1"/>
          </a:solidFill>
          <a:latin typeface="Arial" panose="020B0604020202020204" pitchFamily="34" charset="0"/>
          <a:ea typeface="+mn-ea"/>
          <a:cs typeface="+mn-cs"/>
        </a:defRPr>
      </a:lvl3pPr>
      <a:lvl4pPr marL="1600200" indent="-228600" algn="l" rtl="0" eaLnBrk="1" fontAlgn="base" hangingPunct="1">
        <a:lnSpc>
          <a:spcPct val="90000"/>
        </a:lnSpc>
        <a:spcBef>
          <a:spcPts val="500"/>
        </a:spcBef>
        <a:spcAft>
          <a:spcPct val="0"/>
        </a:spcAft>
        <a:buClr>
          <a:schemeClr val="accent1"/>
        </a:buClr>
        <a:buFont typeface="System Font Regular"/>
        <a:buChar char="-"/>
        <a:defRPr sz="1600" kern="1200">
          <a:solidFill>
            <a:schemeClr val="tx1"/>
          </a:solidFill>
          <a:latin typeface="Arial" panose="020B0604020202020204" pitchFamily="34" charset="0"/>
          <a:ea typeface="+mn-ea"/>
          <a:cs typeface="+mn-cs"/>
        </a:defRPr>
      </a:lvl4pPr>
      <a:lvl5pPr marL="2057400" indent="-228600" algn="l" rtl="0" eaLnBrk="1" fontAlgn="base" hangingPunct="1">
        <a:lnSpc>
          <a:spcPct val="90000"/>
        </a:lnSpc>
        <a:spcBef>
          <a:spcPts val="500"/>
        </a:spcBef>
        <a:spcAft>
          <a:spcPct val="0"/>
        </a:spcAft>
        <a:buClr>
          <a:schemeClr val="accent1"/>
        </a:buClr>
        <a:buFont typeface="Arial" panose="020B0604020202020204" pitchFamily="34" charset="0"/>
        <a:buChar char="•"/>
        <a:defRPr sz="1600" kern="1200">
          <a:solidFill>
            <a:schemeClr val="tx1"/>
          </a:solidFill>
          <a:latin typeface="Arial" panose="020B06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chemeClr val="tx1"/>
            </a:gs>
            <a:gs pos="33000">
              <a:srgbClr val="230B54"/>
            </a:gs>
            <a:gs pos="100000">
              <a:schemeClr val="tx1"/>
            </a:gs>
          </a:gsLst>
          <a:lin ang="5400000" scaled="1"/>
        </a:gradFill>
        <a:effectLst/>
      </p:bgPr>
    </p:bg>
    <p:spTree>
      <p:nvGrpSpPr>
        <p:cNvPr id="1" name=""/>
        <p:cNvGrpSpPr/>
        <p:nvPr/>
      </p:nvGrpSpPr>
      <p:grpSpPr>
        <a:xfrm>
          <a:off x="0" y="0"/>
          <a:ext cx="0" cy="0"/>
          <a:chOff x="0" y="0"/>
          <a:chExt cx="0" cy="0"/>
        </a:xfrm>
      </p:grpSpPr>
      <p:sp>
        <p:nvSpPr>
          <p:cNvPr id="2050" name="Title Placeholder 1">
            <a:extLst>
              <a:ext uri="{FF2B5EF4-FFF2-40B4-BE49-F238E27FC236}">
                <a16:creationId xmlns:a16="http://schemas.microsoft.com/office/drawing/2014/main" id="{D12F33A2-6090-15AC-C02E-72633D43E000}"/>
              </a:ext>
            </a:extLst>
          </p:cNvPr>
          <p:cNvSpPr>
            <a:spLocks noGrp="1" noChangeArrowheads="1"/>
          </p:cNvSpPr>
          <p:nvPr>
            <p:ph type="title"/>
          </p:nvPr>
        </p:nvSpPr>
        <p:spPr bwMode="auto">
          <a:xfrm>
            <a:off x="336550" y="612775"/>
            <a:ext cx="11196638" cy="1077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title style</a:t>
            </a:r>
          </a:p>
        </p:txBody>
      </p:sp>
      <p:sp>
        <p:nvSpPr>
          <p:cNvPr id="2051" name="Text Placeholder 2">
            <a:extLst>
              <a:ext uri="{FF2B5EF4-FFF2-40B4-BE49-F238E27FC236}">
                <a16:creationId xmlns:a16="http://schemas.microsoft.com/office/drawing/2014/main" id="{9A678C53-1FC3-6431-FBE8-2C2C722E4F61}"/>
              </a:ext>
            </a:extLst>
          </p:cNvPr>
          <p:cNvSpPr>
            <a:spLocks noGrp="1" noChangeArrowheads="1"/>
          </p:cNvSpPr>
          <p:nvPr>
            <p:ph type="body" idx="1"/>
          </p:nvPr>
        </p:nvSpPr>
        <p:spPr bwMode="auto">
          <a:xfrm>
            <a:off x="336550" y="1825625"/>
            <a:ext cx="11196638"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09A3D3F1-FFFD-F957-32CE-152367447527}"/>
              </a:ext>
            </a:extLst>
          </p:cNvPr>
          <p:cNvSpPr>
            <a:spLocks noGrp="1"/>
          </p:cNvSpPr>
          <p:nvPr>
            <p:ph type="dt" sz="half" idx="2"/>
          </p:nvPr>
        </p:nvSpPr>
        <p:spPr>
          <a:xfrm>
            <a:off x="1479550" y="6356350"/>
            <a:ext cx="69850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smtClean="0">
                <a:solidFill>
                  <a:schemeClr val="tx1">
                    <a:tint val="82000"/>
                  </a:schemeClr>
                </a:solidFill>
                <a:latin typeface="Arial" panose="020B0604020202020204" pitchFamily="34" charset="0"/>
              </a:defRPr>
            </a:lvl1pPr>
          </a:lstStyle>
          <a:p>
            <a:pPr>
              <a:defRPr/>
            </a:pPr>
            <a:fld id="{75590FD9-2AD8-0C41-AE73-ECAAF38E733C}" type="datetimeFigureOut">
              <a:rPr lang="en-US"/>
              <a:pPr>
                <a:defRPr/>
              </a:pPr>
              <a:t>5/29/26</a:t>
            </a:fld>
            <a:endParaRPr lang="en-US" dirty="0"/>
          </a:p>
        </p:txBody>
      </p:sp>
      <p:sp>
        <p:nvSpPr>
          <p:cNvPr id="5" name="Footer Placeholder 4">
            <a:extLst>
              <a:ext uri="{FF2B5EF4-FFF2-40B4-BE49-F238E27FC236}">
                <a16:creationId xmlns:a16="http://schemas.microsoft.com/office/drawing/2014/main" id="{39D4D2A8-E7FA-362D-BDA4-8DE1D920B09D}"/>
              </a:ext>
            </a:extLst>
          </p:cNvPr>
          <p:cNvSpPr>
            <a:spLocks noGrp="1"/>
          </p:cNvSpPr>
          <p:nvPr>
            <p:ph type="ftr" sz="quarter" idx="3"/>
          </p:nvPr>
        </p:nvSpPr>
        <p:spPr>
          <a:xfrm>
            <a:off x="2405063" y="6356350"/>
            <a:ext cx="484505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dirty="0">
                <a:solidFill>
                  <a:schemeClr val="tx1">
                    <a:tint val="82000"/>
                  </a:schemeClr>
                </a:solidFill>
                <a:latin typeface="Arial" panose="020B0604020202020204" pitchFamily="34" charset="0"/>
              </a:defRPr>
            </a:lvl1pPr>
          </a:lstStyle>
          <a:p>
            <a:pPr>
              <a:defRPr/>
            </a:pPr>
            <a:endParaRPr lang="en-US"/>
          </a:p>
        </p:txBody>
      </p:sp>
      <p:sp>
        <p:nvSpPr>
          <p:cNvPr id="6" name="Slide Number Placeholder 5">
            <a:extLst>
              <a:ext uri="{FF2B5EF4-FFF2-40B4-BE49-F238E27FC236}">
                <a16:creationId xmlns:a16="http://schemas.microsoft.com/office/drawing/2014/main" id="{91211BDF-5834-AF49-F5B8-0DE3655E5920}"/>
              </a:ext>
            </a:extLst>
          </p:cNvPr>
          <p:cNvSpPr>
            <a:spLocks noGrp="1"/>
          </p:cNvSpPr>
          <p:nvPr>
            <p:ph type="sldNum" sz="quarter" idx="4"/>
          </p:nvPr>
        </p:nvSpPr>
        <p:spPr>
          <a:xfrm>
            <a:off x="336550" y="6356350"/>
            <a:ext cx="69850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smtClean="0">
                <a:solidFill>
                  <a:schemeClr val="tx1">
                    <a:tint val="82000"/>
                  </a:schemeClr>
                </a:solidFill>
                <a:latin typeface="Arial" panose="020B0604020202020204" pitchFamily="34" charset="0"/>
              </a:defRPr>
            </a:lvl1pPr>
          </a:lstStyle>
          <a:p>
            <a:pPr>
              <a:defRPr/>
            </a:pPr>
            <a:fld id="{C28C3735-C4DE-2943-AB2D-206732D20928}" type="slidenum">
              <a:rPr lang="en-US"/>
              <a:pPr>
                <a:defRPr/>
              </a:pPr>
              <a:t>‹#›</a:t>
            </a:fld>
            <a:endParaRPr lang="en-US" dirty="0"/>
          </a:p>
        </p:txBody>
      </p:sp>
      <p:grpSp>
        <p:nvGrpSpPr>
          <p:cNvPr id="7" name="Graphic 17">
            <a:extLst>
              <a:ext uri="{FF2B5EF4-FFF2-40B4-BE49-F238E27FC236}">
                <a16:creationId xmlns:a16="http://schemas.microsoft.com/office/drawing/2014/main" id="{BBAD4F19-0C5E-F522-A381-5B8B2E01B672}"/>
              </a:ext>
            </a:extLst>
          </p:cNvPr>
          <p:cNvGrpSpPr/>
          <p:nvPr/>
        </p:nvGrpSpPr>
        <p:grpSpPr>
          <a:xfrm>
            <a:off x="10655460" y="6375908"/>
            <a:ext cx="1100676" cy="260054"/>
            <a:chOff x="115614" y="1936057"/>
            <a:chExt cx="7534694" cy="1780203"/>
          </a:xfrm>
          <a:solidFill>
            <a:schemeClr val="bg1"/>
          </a:solidFill>
        </p:grpSpPr>
        <p:sp>
          <p:nvSpPr>
            <p:cNvPr id="8" name="Freeform 7">
              <a:extLst>
                <a:ext uri="{FF2B5EF4-FFF2-40B4-BE49-F238E27FC236}">
                  <a16:creationId xmlns:a16="http://schemas.microsoft.com/office/drawing/2014/main" id="{FBD023B0-344F-451E-AA86-57DB8DBBFAF6}"/>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9" name="Freeform 8">
              <a:extLst>
                <a:ext uri="{FF2B5EF4-FFF2-40B4-BE49-F238E27FC236}">
                  <a16:creationId xmlns:a16="http://schemas.microsoft.com/office/drawing/2014/main" id="{8703EC40-549D-6F7D-E01D-3768E2DDDCE1}"/>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11" name="Rectangle 10">
            <a:extLst>
              <a:ext uri="{FF2B5EF4-FFF2-40B4-BE49-F238E27FC236}">
                <a16:creationId xmlns:a16="http://schemas.microsoft.com/office/drawing/2014/main" id="{6F180B4F-5441-A301-DEFD-F254DD408802}"/>
              </a:ext>
            </a:extLst>
          </p:cNvPr>
          <p:cNvSpPr/>
          <p:nvPr/>
        </p:nvSpPr>
        <p:spPr>
          <a:xfrm>
            <a:off x="0" y="0"/>
            <a:ext cx="12192000" cy="84138"/>
          </a:xfrm>
          <a:prstGeom prst="rect">
            <a:avLst/>
          </a:prstGeom>
          <a:gradFill>
            <a:gsLst>
              <a:gs pos="0">
                <a:schemeClr val="tx2"/>
              </a:gs>
              <a:gs pos="100000">
                <a:schemeClr val="tx1"/>
              </a:gs>
              <a:gs pos="42000">
                <a:schemeClr val="accent1"/>
              </a:gs>
            </a:gsLst>
            <a:lin ang="7304" scaled="1"/>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latin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99" r:id="rId1"/>
    <p:sldLayoutId id="2147483687" r:id="rId2"/>
    <p:sldLayoutId id="2147483700" r:id="rId3"/>
    <p:sldLayoutId id="2147483701" r:id="rId4"/>
    <p:sldLayoutId id="2147483688" r:id="rId5"/>
    <p:sldLayoutId id="2147483689" r:id="rId6"/>
    <p:sldLayoutId id="2147483690" r:id="rId7"/>
    <p:sldLayoutId id="2147483702" r:id="rId8"/>
    <p:sldLayoutId id="2147483691" r:id="rId9"/>
    <p:sldLayoutId id="2147483716" r:id="rId10"/>
  </p:sldLayoutIdLst>
  <p:txStyles>
    <p:titleStyle>
      <a:lvl1pPr algn="l" rtl="0" fontAlgn="base">
        <a:lnSpc>
          <a:spcPct val="90000"/>
        </a:lnSpc>
        <a:spcBef>
          <a:spcPct val="0"/>
        </a:spcBef>
        <a:spcAft>
          <a:spcPct val="0"/>
        </a:spcAft>
        <a:defRPr sz="3200" kern="1200">
          <a:solidFill>
            <a:schemeClr val="bg1"/>
          </a:solidFill>
          <a:latin typeface="Arial" panose="020B0604020202020204" pitchFamily="34" charset="0"/>
          <a:ea typeface="+mj-ea"/>
          <a:cs typeface="Arial" panose="020B0604020202020204" pitchFamily="34" charset="0"/>
        </a:defRPr>
      </a:lvl1pPr>
      <a:lvl2pPr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2pPr>
      <a:lvl3pPr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3pPr>
      <a:lvl4pPr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4pPr>
      <a:lvl5pPr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5pPr>
      <a:lvl6pPr marL="457200"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6pPr>
      <a:lvl7pPr marL="914400"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7pPr>
      <a:lvl8pPr marL="1371600"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8pPr>
      <a:lvl9pPr marL="1828800"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9pPr>
    </p:titleStyle>
    <p:bodyStyle>
      <a:lvl1pPr marL="228600" indent="-228600" algn="l" rtl="0" fontAlgn="base">
        <a:lnSpc>
          <a:spcPct val="90000"/>
        </a:lnSpc>
        <a:spcBef>
          <a:spcPts val="1000"/>
        </a:spcBef>
        <a:spcAft>
          <a:spcPct val="0"/>
        </a:spcAft>
        <a:buClr>
          <a:schemeClr val="accent1"/>
        </a:buClr>
        <a:buFont typeface="Arial" panose="020B0604020202020204" pitchFamily="34" charset="0"/>
        <a:buChar char="•"/>
        <a:defRPr sz="2400" kern="1200">
          <a:solidFill>
            <a:schemeClr val="bg1"/>
          </a:solidFill>
          <a:latin typeface="Arial" panose="020B0604020202020204" pitchFamily="34" charset="0"/>
          <a:ea typeface="+mn-ea"/>
          <a:cs typeface="+mn-cs"/>
        </a:defRPr>
      </a:lvl1pPr>
      <a:lvl2pPr marL="685800" indent="-228600" algn="l" rtl="0" fontAlgn="base">
        <a:lnSpc>
          <a:spcPct val="90000"/>
        </a:lnSpc>
        <a:spcBef>
          <a:spcPts val="500"/>
        </a:spcBef>
        <a:spcAft>
          <a:spcPct val="0"/>
        </a:spcAft>
        <a:buClr>
          <a:schemeClr val="accent1"/>
        </a:buClr>
        <a:buFont typeface="System Font Regular"/>
        <a:buChar char="-"/>
        <a:defRPr sz="2000" kern="1200">
          <a:solidFill>
            <a:schemeClr val="bg1"/>
          </a:solidFill>
          <a:latin typeface="Arial" panose="020B0604020202020204" pitchFamily="34" charset="0"/>
          <a:ea typeface="+mn-ea"/>
          <a:cs typeface="+mn-cs"/>
        </a:defRPr>
      </a:lvl2pPr>
      <a:lvl3pPr marL="1143000" indent="-228600" algn="l" rtl="0" fontAlgn="base">
        <a:lnSpc>
          <a:spcPct val="90000"/>
        </a:lnSpc>
        <a:spcBef>
          <a:spcPts val="500"/>
        </a:spcBef>
        <a:spcAft>
          <a:spcPct val="0"/>
        </a:spcAft>
        <a:buClr>
          <a:schemeClr val="accent1"/>
        </a:buClr>
        <a:buFont typeface="Arial" panose="020B0604020202020204" pitchFamily="34" charset="0"/>
        <a:buChar char="•"/>
        <a:defRPr kern="1200">
          <a:solidFill>
            <a:schemeClr val="bg1"/>
          </a:solidFill>
          <a:latin typeface="Arial" panose="020B0604020202020204" pitchFamily="34" charset="0"/>
          <a:ea typeface="+mn-ea"/>
          <a:cs typeface="+mn-cs"/>
        </a:defRPr>
      </a:lvl3pPr>
      <a:lvl4pPr marL="1600200" indent="-228600" algn="l" rtl="0" fontAlgn="base">
        <a:lnSpc>
          <a:spcPct val="90000"/>
        </a:lnSpc>
        <a:spcBef>
          <a:spcPts val="500"/>
        </a:spcBef>
        <a:spcAft>
          <a:spcPct val="0"/>
        </a:spcAft>
        <a:buClr>
          <a:schemeClr val="accent1"/>
        </a:buClr>
        <a:buFont typeface="System Font Regular"/>
        <a:buChar char="-"/>
        <a:defRPr sz="1600" kern="1200">
          <a:solidFill>
            <a:schemeClr val="bg1"/>
          </a:solidFill>
          <a:latin typeface="Arial" panose="020B0604020202020204" pitchFamily="34" charset="0"/>
          <a:ea typeface="+mn-ea"/>
          <a:cs typeface="+mn-cs"/>
        </a:defRPr>
      </a:lvl4pPr>
      <a:lvl5pPr marL="2057400" indent="-228600" algn="l" rtl="0" fontAlgn="base">
        <a:lnSpc>
          <a:spcPct val="90000"/>
        </a:lnSpc>
        <a:spcBef>
          <a:spcPts val="500"/>
        </a:spcBef>
        <a:spcAft>
          <a:spcPct val="0"/>
        </a:spcAft>
        <a:buClr>
          <a:schemeClr val="accent1"/>
        </a:buClr>
        <a:buFont typeface="Arial" panose="020B0604020202020204" pitchFamily="34" charset="0"/>
        <a:buChar char="•"/>
        <a:defRPr sz="1600" kern="1200">
          <a:solidFill>
            <a:schemeClr val="bg1"/>
          </a:solidFill>
          <a:latin typeface="Arial" panose="020B06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chemeClr val="tx1"/>
            </a:gs>
            <a:gs pos="33000">
              <a:srgbClr val="230B54"/>
            </a:gs>
            <a:gs pos="100000">
              <a:schemeClr val="tx1"/>
            </a:gs>
          </a:gsLst>
          <a:lin ang="5400000" scaled="1"/>
        </a:gradFill>
        <a:effectLst/>
      </p:bgPr>
    </p:bg>
    <p:spTree>
      <p:nvGrpSpPr>
        <p:cNvPr id="1" name=""/>
        <p:cNvGrpSpPr/>
        <p:nvPr/>
      </p:nvGrpSpPr>
      <p:grpSpPr>
        <a:xfrm>
          <a:off x="0" y="0"/>
          <a:ext cx="0" cy="0"/>
          <a:chOff x="0" y="0"/>
          <a:chExt cx="0" cy="0"/>
        </a:xfrm>
      </p:grpSpPr>
      <p:sp>
        <p:nvSpPr>
          <p:cNvPr id="2050" name="Title Placeholder 1">
            <a:extLst>
              <a:ext uri="{FF2B5EF4-FFF2-40B4-BE49-F238E27FC236}">
                <a16:creationId xmlns:a16="http://schemas.microsoft.com/office/drawing/2014/main" id="{D12F33A2-6090-15AC-C02E-72633D43E000}"/>
              </a:ext>
            </a:extLst>
          </p:cNvPr>
          <p:cNvSpPr>
            <a:spLocks noGrp="1" noChangeArrowheads="1"/>
          </p:cNvSpPr>
          <p:nvPr>
            <p:ph type="title"/>
          </p:nvPr>
        </p:nvSpPr>
        <p:spPr bwMode="auto">
          <a:xfrm>
            <a:off x="336550" y="612775"/>
            <a:ext cx="11196638" cy="1077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title style</a:t>
            </a:r>
          </a:p>
        </p:txBody>
      </p:sp>
      <p:sp>
        <p:nvSpPr>
          <p:cNvPr id="2051" name="Text Placeholder 2">
            <a:extLst>
              <a:ext uri="{FF2B5EF4-FFF2-40B4-BE49-F238E27FC236}">
                <a16:creationId xmlns:a16="http://schemas.microsoft.com/office/drawing/2014/main" id="{9A678C53-1FC3-6431-FBE8-2C2C722E4F61}"/>
              </a:ext>
            </a:extLst>
          </p:cNvPr>
          <p:cNvSpPr>
            <a:spLocks noGrp="1" noChangeArrowheads="1"/>
          </p:cNvSpPr>
          <p:nvPr>
            <p:ph type="body" idx="1"/>
          </p:nvPr>
        </p:nvSpPr>
        <p:spPr bwMode="auto">
          <a:xfrm>
            <a:off x="336550" y="1825625"/>
            <a:ext cx="11196638"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09A3D3F1-FFFD-F957-32CE-152367447527}"/>
              </a:ext>
            </a:extLst>
          </p:cNvPr>
          <p:cNvSpPr>
            <a:spLocks noGrp="1"/>
          </p:cNvSpPr>
          <p:nvPr>
            <p:ph type="dt" sz="half" idx="2"/>
          </p:nvPr>
        </p:nvSpPr>
        <p:spPr>
          <a:xfrm>
            <a:off x="1479550" y="6356350"/>
            <a:ext cx="69850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smtClean="0">
                <a:solidFill>
                  <a:schemeClr val="tx1">
                    <a:tint val="82000"/>
                  </a:schemeClr>
                </a:solidFill>
                <a:latin typeface="Arial" panose="020B0604020202020204" pitchFamily="34" charset="0"/>
              </a:defRPr>
            </a:lvl1pPr>
          </a:lstStyle>
          <a:p>
            <a:pPr>
              <a:defRPr/>
            </a:pPr>
            <a:fld id="{75590FD9-2AD8-0C41-AE73-ECAAF38E733C}" type="datetimeFigureOut">
              <a:rPr lang="en-US"/>
              <a:pPr>
                <a:defRPr/>
              </a:pPr>
              <a:t>5/29/26</a:t>
            </a:fld>
            <a:endParaRPr lang="en-US" dirty="0"/>
          </a:p>
        </p:txBody>
      </p:sp>
      <p:sp>
        <p:nvSpPr>
          <p:cNvPr id="5" name="Footer Placeholder 4">
            <a:extLst>
              <a:ext uri="{FF2B5EF4-FFF2-40B4-BE49-F238E27FC236}">
                <a16:creationId xmlns:a16="http://schemas.microsoft.com/office/drawing/2014/main" id="{39D4D2A8-E7FA-362D-BDA4-8DE1D920B09D}"/>
              </a:ext>
            </a:extLst>
          </p:cNvPr>
          <p:cNvSpPr>
            <a:spLocks noGrp="1"/>
          </p:cNvSpPr>
          <p:nvPr>
            <p:ph type="ftr" sz="quarter" idx="3"/>
          </p:nvPr>
        </p:nvSpPr>
        <p:spPr>
          <a:xfrm>
            <a:off x="2405063" y="6356350"/>
            <a:ext cx="484505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dirty="0">
                <a:solidFill>
                  <a:schemeClr val="tx1">
                    <a:tint val="82000"/>
                  </a:schemeClr>
                </a:solidFill>
                <a:latin typeface="Arial" panose="020B0604020202020204" pitchFamily="34" charset="0"/>
              </a:defRPr>
            </a:lvl1pPr>
          </a:lstStyle>
          <a:p>
            <a:pPr>
              <a:defRPr/>
            </a:pPr>
            <a:endParaRPr lang="en-US"/>
          </a:p>
        </p:txBody>
      </p:sp>
      <p:sp>
        <p:nvSpPr>
          <p:cNvPr id="6" name="Slide Number Placeholder 5">
            <a:extLst>
              <a:ext uri="{FF2B5EF4-FFF2-40B4-BE49-F238E27FC236}">
                <a16:creationId xmlns:a16="http://schemas.microsoft.com/office/drawing/2014/main" id="{91211BDF-5834-AF49-F5B8-0DE3655E5920}"/>
              </a:ext>
            </a:extLst>
          </p:cNvPr>
          <p:cNvSpPr>
            <a:spLocks noGrp="1"/>
          </p:cNvSpPr>
          <p:nvPr>
            <p:ph type="sldNum" sz="quarter" idx="4"/>
          </p:nvPr>
        </p:nvSpPr>
        <p:spPr>
          <a:xfrm>
            <a:off x="336550" y="6356350"/>
            <a:ext cx="698500" cy="365125"/>
          </a:xfrm>
          <a:prstGeom prst="rect">
            <a:avLst/>
          </a:prstGeom>
        </p:spPr>
        <p:txBody>
          <a:bodyPr vert="horz" lIns="91440" tIns="45720" rIns="91440" bIns="45720" rtlCol="0" anchor="b"/>
          <a:lstStyle>
            <a:lvl1pPr algn="l" eaLnBrk="1" fontAlgn="auto" hangingPunct="1">
              <a:spcBef>
                <a:spcPts val="0"/>
              </a:spcBef>
              <a:spcAft>
                <a:spcPts val="0"/>
              </a:spcAft>
              <a:defRPr sz="1000" b="0" i="0" smtClean="0">
                <a:solidFill>
                  <a:schemeClr val="tx1">
                    <a:tint val="82000"/>
                  </a:schemeClr>
                </a:solidFill>
                <a:latin typeface="Arial" panose="020B0604020202020204" pitchFamily="34" charset="0"/>
              </a:defRPr>
            </a:lvl1pPr>
          </a:lstStyle>
          <a:p>
            <a:pPr>
              <a:defRPr/>
            </a:pPr>
            <a:fld id="{C28C3735-C4DE-2943-AB2D-206732D20928}" type="slidenum">
              <a:rPr lang="en-US"/>
              <a:pPr>
                <a:defRPr/>
              </a:pPr>
              <a:t>‹#›</a:t>
            </a:fld>
            <a:endParaRPr lang="en-US" dirty="0"/>
          </a:p>
        </p:txBody>
      </p:sp>
      <p:grpSp>
        <p:nvGrpSpPr>
          <p:cNvPr id="7" name="Graphic 17">
            <a:extLst>
              <a:ext uri="{FF2B5EF4-FFF2-40B4-BE49-F238E27FC236}">
                <a16:creationId xmlns:a16="http://schemas.microsoft.com/office/drawing/2014/main" id="{BBAD4F19-0C5E-F522-A381-5B8B2E01B672}"/>
              </a:ext>
            </a:extLst>
          </p:cNvPr>
          <p:cNvGrpSpPr/>
          <p:nvPr/>
        </p:nvGrpSpPr>
        <p:grpSpPr>
          <a:xfrm>
            <a:off x="10655460" y="6375908"/>
            <a:ext cx="1100676" cy="260054"/>
            <a:chOff x="115614" y="1936057"/>
            <a:chExt cx="7534694" cy="1780203"/>
          </a:xfrm>
          <a:solidFill>
            <a:schemeClr val="bg1"/>
          </a:solidFill>
        </p:grpSpPr>
        <p:sp>
          <p:nvSpPr>
            <p:cNvPr id="8" name="Freeform 7">
              <a:extLst>
                <a:ext uri="{FF2B5EF4-FFF2-40B4-BE49-F238E27FC236}">
                  <a16:creationId xmlns:a16="http://schemas.microsoft.com/office/drawing/2014/main" id="{FBD023B0-344F-451E-AA86-57DB8DBBFAF6}"/>
                </a:ext>
              </a:extLst>
            </p:cNvPr>
            <p:cNvSpPr/>
            <p:nvPr/>
          </p:nvSpPr>
          <p:spPr>
            <a:xfrm>
              <a:off x="115614" y="1936057"/>
              <a:ext cx="7534694" cy="1780203"/>
            </a:xfrm>
            <a:custGeom>
              <a:avLst/>
              <a:gdLst>
                <a:gd name="connsiteX0" fmla="*/ 3858349 w 7534694"/>
                <a:gd name="connsiteY0" fmla="*/ 0 h 1780203"/>
                <a:gd name="connsiteX1" fmla="*/ 3858349 w 7534694"/>
                <a:gd name="connsiteY1" fmla="*/ 0 h 1780203"/>
                <a:gd name="connsiteX2" fmla="*/ 3158185 w 7534694"/>
                <a:gd name="connsiteY2" fmla="*/ 0 h 1780203"/>
                <a:gd name="connsiteX3" fmla="*/ 3158185 w 7534694"/>
                <a:gd name="connsiteY3" fmla="*/ 275273 h 1780203"/>
                <a:gd name="connsiteX4" fmla="*/ 3854787 w 7534694"/>
                <a:gd name="connsiteY4" fmla="*/ 275273 h 1780203"/>
                <a:gd name="connsiteX5" fmla="*/ 3856730 w 7534694"/>
                <a:gd name="connsiteY5" fmla="*/ 275273 h 1780203"/>
                <a:gd name="connsiteX6" fmla="*/ 4093464 w 7534694"/>
                <a:gd name="connsiteY6" fmla="*/ 512978 h 1780203"/>
                <a:gd name="connsiteX7" fmla="*/ 3856730 w 7534694"/>
                <a:gd name="connsiteY7" fmla="*/ 750684 h 1780203"/>
                <a:gd name="connsiteX8" fmla="*/ 3158185 w 7534694"/>
                <a:gd name="connsiteY8" fmla="*/ 750684 h 1780203"/>
                <a:gd name="connsiteX9" fmla="*/ 3158185 w 7534694"/>
                <a:gd name="connsiteY9" fmla="*/ 1026281 h 1780203"/>
                <a:gd name="connsiteX10" fmla="*/ 3856730 w 7534694"/>
                <a:gd name="connsiteY10" fmla="*/ 1026281 h 1780203"/>
                <a:gd name="connsiteX11" fmla="*/ 4093464 w 7534694"/>
                <a:gd name="connsiteY11" fmla="*/ 1263339 h 1780203"/>
                <a:gd name="connsiteX12" fmla="*/ 3856730 w 7534694"/>
                <a:gd name="connsiteY12" fmla="*/ 1501045 h 1780203"/>
                <a:gd name="connsiteX13" fmla="*/ 3158185 w 7534694"/>
                <a:gd name="connsiteY13" fmla="*/ 1501045 h 1780203"/>
                <a:gd name="connsiteX14" fmla="*/ 3158185 w 7534694"/>
                <a:gd name="connsiteY14" fmla="*/ 1776317 h 1780203"/>
                <a:gd name="connsiteX15" fmla="*/ 3856730 w 7534694"/>
                <a:gd name="connsiteY15" fmla="*/ 1776317 h 1780203"/>
                <a:gd name="connsiteX16" fmla="*/ 4368413 w 7534694"/>
                <a:gd name="connsiteY16" fmla="*/ 1263015 h 1780203"/>
                <a:gd name="connsiteX17" fmla="*/ 4204221 w 7534694"/>
                <a:gd name="connsiteY17" fmla="*/ 887997 h 1780203"/>
                <a:gd name="connsiteX18" fmla="*/ 4368089 w 7534694"/>
                <a:gd name="connsiteY18" fmla="*/ 512655 h 1780203"/>
                <a:gd name="connsiteX19" fmla="*/ 3857701 w 7534694"/>
                <a:gd name="connsiteY19" fmla="*/ 0 h 1780203"/>
                <a:gd name="connsiteX20" fmla="*/ 5133347 w 7534694"/>
                <a:gd name="connsiteY20" fmla="*/ 780802 h 1780203"/>
                <a:gd name="connsiteX21" fmla="*/ 4977575 w 7534694"/>
                <a:gd name="connsiteY21" fmla="*/ 754894 h 1780203"/>
                <a:gd name="connsiteX22" fmla="*/ 4464597 w 7534694"/>
                <a:gd name="connsiteY22" fmla="*/ 1267225 h 1780203"/>
                <a:gd name="connsiteX23" fmla="*/ 4464597 w 7534694"/>
                <a:gd name="connsiteY23" fmla="*/ 1778584 h 1780203"/>
                <a:gd name="connsiteX24" fmla="*/ 4739869 w 7534694"/>
                <a:gd name="connsiteY24" fmla="*/ 1778584 h 1780203"/>
                <a:gd name="connsiteX25" fmla="*/ 4739869 w 7534694"/>
                <a:gd name="connsiteY25" fmla="*/ 1267225 h 1780203"/>
                <a:gd name="connsiteX26" fmla="*/ 4923168 w 7534694"/>
                <a:gd name="connsiteY26" fmla="*/ 1038263 h 1780203"/>
                <a:gd name="connsiteX27" fmla="*/ 5133023 w 7534694"/>
                <a:gd name="connsiteY27" fmla="*/ 780802 h 1780203"/>
                <a:gd name="connsiteX28" fmla="*/ 6113641 w 7534694"/>
                <a:gd name="connsiteY28" fmla="*/ 1777936 h 1780203"/>
                <a:gd name="connsiteX29" fmla="*/ 6389237 w 7534694"/>
                <a:gd name="connsiteY29" fmla="*/ 1777936 h 1780203"/>
                <a:gd name="connsiteX30" fmla="*/ 6388913 w 7534694"/>
                <a:gd name="connsiteY30" fmla="*/ 749065 h 1780203"/>
                <a:gd name="connsiteX31" fmla="*/ 6113317 w 7534694"/>
                <a:gd name="connsiteY31" fmla="*/ 749065 h 1780203"/>
                <a:gd name="connsiteX32" fmla="*/ 6113641 w 7534694"/>
                <a:gd name="connsiteY32" fmla="*/ 1777936 h 1780203"/>
                <a:gd name="connsiteX33" fmla="*/ 1783118 w 7534694"/>
                <a:gd name="connsiteY33" fmla="*/ 1098499 h 1780203"/>
                <a:gd name="connsiteX34" fmla="*/ 2046408 w 7534694"/>
                <a:gd name="connsiteY34" fmla="*/ 1048950 h 1780203"/>
                <a:gd name="connsiteX35" fmla="*/ 1733893 w 7534694"/>
                <a:gd name="connsiteY35" fmla="*/ 1361789 h 1780203"/>
                <a:gd name="connsiteX36" fmla="*/ 1783442 w 7534694"/>
                <a:gd name="connsiteY36" fmla="*/ 1098499 h 1780203"/>
                <a:gd name="connsiteX37" fmla="*/ 2119274 w 7534694"/>
                <a:gd name="connsiteY37" fmla="*/ 1434332 h 1780203"/>
                <a:gd name="connsiteX38" fmla="*/ 1878654 w 7534694"/>
                <a:gd name="connsiteY38" fmla="*/ 1492625 h 1780203"/>
                <a:gd name="connsiteX39" fmla="*/ 2177244 w 7534694"/>
                <a:gd name="connsiteY39" fmla="*/ 1194035 h 1780203"/>
                <a:gd name="connsiteX40" fmla="*/ 2177244 w 7534694"/>
                <a:gd name="connsiteY40" fmla="*/ 1194683 h 1780203"/>
                <a:gd name="connsiteX41" fmla="*/ 2382241 w 7534694"/>
                <a:gd name="connsiteY41" fmla="*/ 989362 h 1780203"/>
                <a:gd name="connsiteX42" fmla="*/ 2313908 w 7534694"/>
                <a:gd name="connsiteY42" fmla="*/ 903865 h 1780203"/>
                <a:gd name="connsiteX43" fmla="*/ 1588484 w 7534694"/>
                <a:gd name="connsiteY43" fmla="*/ 904513 h 1780203"/>
                <a:gd name="connsiteX44" fmla="*/ 1588484 w 7534694"/>
                <a:gd name="connsiteY44" fmla="*/ 1629937 h 1780203"/>
                <a:gd name="connsiteX45" fmla="*/ 2313908 w 7534694"/>
                <a:gd name="connsiteY45" fmla="*/ 1629937 h 1780203"/>
                <a:gd name="connsiteX46" fmla="*/ 2440534 w 7534694"/>
                <a:gd name="connsiteY46" fmla="*/ 1113720 h 1780203"/>
                <a:gd name="connsiteX47" fmla="*/ 2119274 w 7534694"/>
                <a:gd name="connsiteY47" fmla="*/ 1435303 h 1780203"/>
                <a:gd name="connsiteX48" fmla="*/ 1323251 w 7534694"/>
                <a:gd name="connsiteY48" fmla="*/ 1263015 h 1780203"/>
                <a:gd name="connsiteX49" fmla="*/ 1593018 w 7534694"/>
                <a:gd name="connsiteY49" fmla="*/ 751332 h 1780203"/>
                <a:gd name="connsiteX50" fmla="*/ 1330700 w 7534694"/>
                <a:gd name="connsiteY50" fmla="*/ 751332 h 1780203"/>
                <a:gd name="connsiteX51" fmla="*/ 1330700 w 7534694"/>
                <a:gd name="connsiteY51" fmla="*/ 751332 h 1780203"/>
                <a:gd name="connsiteX52" fmla="*/ 1055427 w 7534694"/>
                <a:gd name="connsiteY52" fmla="*/ 751332 h 1780203"/>
                <a:gd name="connsiteX53" fmla="*/ 1055427 w 7534694"/>
                <a:gd name="connsiteY53" fmla="*/ 1252652 h 1780203"/>
                <a:gd name="connsiteX54" fmla="*/ 1054779 w 7534694"/>
                <a:gd name="connsiteY54" fmla="*/ 1266577 h 1780203"/>
                <a:gd name="connsiteX55" fmla="*/ 1055427 w 7534694"/>
                <a:gd name="connsiteY55" fmla="*/ 1280503 h 1780203"/>
                <a:gd name="connsiteX56" fmla="*/ 1055427 w 7534694"/>
                <a:gd name="connsiteY56" fmla="*/ 1386078 h 1780203"/>
                <a:gd name="connsiteX57" fmla="*/ 424567 w 7534694"/>
                <a:gd name="connsiteY57" fmla="*/ 755542 h 1780203"/>
                <a:gd name="connsiteX58" fmla="*/ 424567 w 7534694"/>
                <a:gd name="connsiteY58" fmla="*/ 751332 h 1780203"/>
                <a:gd name="connsiteX59" fmla="*/ 0 w 7534694"/>
                <a:gd name="connsiteY59" fmla="*/ 751332 h 1780203"/>
                <a:gd name="connsiteX60" fmla="*/ 324 w 7534694"/>
                <a:gd name="connsiteY60" fmla="*/ 1780203 h 1780203"/>
                <a:gd name="connsiteX61" fmla="*/ 424891 w 7534694"/>
                <a:gd name="connsiteY61" fmla="*/ 1780203 h 1780203"/>
                <a:gd name="connsiteX62" fmla="*/ 424891 w 7534694"/>
                <a:gd name="connsiteY62" fmla="*/ 1144486 h 1780203"/>
                <a:gd name="connsiteX63" fmla="*/ 1055751 w 7534694"/>
                <a:gd name="connsiteY63" fmla="*/ 1775022 h 1780203"/>
                <a:gd name="connsiteX64" fmla="*/ 1055751 w 7534694"/>
                <a:gd name="connsiteY64" fmla="*/ 1779556 h 1780203"/>
                <a:gd name="connsiteX65" fmla="*/ 1060933 w 7534694"/>
                <a:gd name="connsiteY65" fmla="*/ 1779556 h 1780203"/>
                <a:gd name="connsiteX66" fmla="*/ 1061256 w 7534694"/>
                <a:gd name="connsiteY66" fmla="*/ 1779556 h 1780203"/>
                <a:gd name="connsiteX67" fmla="*/ 1331024 w 7534694"/>
                <a:gd name="connsiteY67" fmla="*/ 1779556 h 1780203"/>
                <a:gd name="connsiteX68" fmla="*/ 1600467 w 7534694"/>
                <a:gd name="connsiteY68" fmla="*/ 1779232 h 1780203"/>
                <a:gd name="connsiteX69" fmla="*/ 1323251 w 7534694"/>
                <a:gd name="connsiteY69" fmla="*/ 1263015 h 1780203"/>
                <a:gd name="connsiteX70" fmla="*/ 2847289 w 7534694"/>
                <a:gd name="connsiteY70" fmla="*/ 469583 h 1780203"/>
                <a:gd name="connsiteX71" fmla="*/ 2572017 w 7534694"/>
                <a:gd name="connsiteY71" fmla="*/ 469583 h 1780203"/>
                <a:gd name="connsiteX72" fmla="*/ 2572017 w 7534694"/>
                <a:gd name="connsiteY72" fmla="*/ 750684 h 1780203"/>
                <a:gd name="connsiteX73" fmla="*/ 2292534 w 7534694"/>
                <a:gd name="connsiteY73" fmla="*/ 750684 h 1780203"/>
                <a:gd name="connsiteX74" fmla="*/ 2515667 w 7534694"/>
                <a:gd name="connsiteY74" fmla="*/ 1025957 h 1780203"/>
                <a:gd name="connsiteX75" fmla="*/ 2571693 w 7534694"/>
                <a:gd name="connsiteY75" fmla="*/ 1025957 h 1780203"/>
                <a:gd name="connsiteX76" fmla="*/ 2571693 w 7534694"/>
                <a:gd name="connsiteY76" fmla="*/ 1264634 h 1780203"/>
                <a:gd name="connsiteX77" fmla="*/ 2572017 w 7534694"/>
                <a:gd name="connsiteY77" fmla="*/ 1264634 h 1780203"/>
                <a:gd name="connsiteX78" fmla="*/ 3084995 w 7534694"/>
                <a:gd name="connsiteY78" fmla="*/ 1775993 h 1780203"/>
                <a:gd name="connsiteX79" fmla="*/ 3084995 w 7534694"/>
                <a:gd name="connsiteY79" fmla="*/ 1775993 h 1780203"/>
                <a:gd name="connsiteX80" fmla="*/ 3084995 w 7534694"/>
                <a:gd name="connsiteY80" fmla="*/ 1501045 h 1780203"/>
                <a:gd name="connsiteX81" fmla="*/ 3084995 w 7534694"/>
                <a:gd name="connsiteY81" fmla="*/ 1501045 h 1780203"/>
                <a:gd name="connsiteX82" fmla="*/ 2846965 w 7534694"/>
                <a:gd name="connsiteY82" fmla="*/ 1264634 h 1780203"/>
                <a:gd name="connsiteX83" fmla="*/ 2846965 w 7534694"/>
                <a:gd name="connsiteY83" fmla="*/ 1025957 h 1780203"/>
                <a:gd name="connsiteX84" fmla="*/ 3086614 w 7534694"/>
                <a:gd name="connsiteY84" fmla="*/ 1025957 h 1780203"/>
                <a:gd name="connsiteX85" fmla="*/ 3086614 w 7534694"/>
                <a:gd name="connsiteY85" fmla="*/ 750684 h 1780203"/>
                <a:gd name="connsiteX86" fmla="*/ 2846642 w 7534694"/>
                <a:gd name="connsiteY86" fmla="*/ 750684 h 1780203"/>
                <a:gd name="connsiteX87" fmla="*/ 2846642 w 7534694"/>
                <a:gd name="connsiteY87" fmla="*/ 469906 h 1780203"/>
                <a:gd name="connsiteX88" fmla="*/ 7534370 w 7534694"/>
                <a:gd name="connsiteY88" fmla="*/ 1265930 h 1780203"/>
                <a:gd name="connsiteX89" fmla="*/ 7021068 w 7534694"/>
                <a:gd name="connsiteY89" fmla="*/ 753923 h 1780203"/>
                <a:gd name="connsiteX90" fmla="*/ 6783363 w 7534694"/>
                <a:gd name="connsiteY90" fmla="*/ 812540 h 1780203"/>
                <a:gd name="connsiteX91" fmla="*/ 6783363 w 7534694"/>
                <a:gd name="connsiteY91" fmla="*/ 749065 h 1780203"/>
                <a:gd name="connsiteX92" fmla="*/ 6507766 w 7534694"/>
                <a:gd name="connsiteY92" fmla="*/ 749065 h 1780203"/>
                <a:gd name="connsiteX93" fmla="*/ 6508090 w 7534694"/>
                <a:gd name="connsiteY93" fmla="*/ 1777936 h 1780203"/>
                <a:gd name="connsiteX94" fmla="*/ 6783686 w 7534694"/>
                <a:gd name="connsiteY94" fmla="*/ 1777936 h 1780203"/>
                <a:gd name="connsiteX95" fmla="*/ 6783686 w 7534694"/>
                <a:gd name="connsiteY95" fmla="*/ 1266577 h 1780203"/>
                <a:gd name="connsiteX96" fmla="*/ 7021392 w 7534694"/>
                <a:gd name="connsiteY96" fmla="*/ 1029195 h 1780203"/>
                <a:gd name="connsiteX97" fmla="*/ 7259422 w 7534694"/>
                <a:gd name="connsiteY97" fmla="*/ 1266254 h 1780203"/>
                <a:gd name="connsiteX98" fmla="*/ 7259422 w 7534694"/>
                <a:gd name="connsiteY98" fmla="*/ 1777613 h 1780203"/>
                <a:gd name="connsiteX99" fmla="*/ 7534695 w 7534694"/>
                <a:gd name="connsiteY99" fmla="*/ 1777613 h 1780203"/>
                <a:gd name="connsiteX100" fmla="*/ 7534695 w 7534694"/>
                <a:gd name="connsiteY100" fmla="*/ 1266254 h 1780203"/>
                <a:gd name="connsiteX101" fmla="*/ 5710124 w 7534694"/>
                <a:gd name="connsiteY101" fmla="*/ 1265930 h 1780203"/>
                <a:gd name="connsiteX102" fmla="*/ 5472741 w 7534694"/>
                <a:gd name="connsiteY102" fmla="*/ 1503312 h 1780203"/>
                <a:gd name="connsiteX103" fmla="*/ 5234712 w 7534694"/>
                <a:gd name="connsiteY103" fmla="*/ 1265606 h 1780203"/>
                <a:gd name="connsiteX104" fmla="*/ 5472418 w 7534694"/>
                <a:gd name="connsiteY104" fmla="*/ 1027900 h 1780203"/>
                <a:gd name="connsiteX105" fmla="*/ 5709800 w 7534694"/>
                <a:gd name="connsiteY105" fmla="*/ 1264958 h 1780203"/>
                <a:gd name="connsiteX106" fmla="*/ 5709800 w 7534694"/>
                <a:gd name="connsiteY106" fmla="*/ 1265930 h 1780203"/>
                <a:gd name="connsiteX107" fmla="*/ 5710124 w 7534694"/>
                <a:gd name="connsiteY107" fmla="*/ 811244 h 1780203"/>
                <a:gd name="connsiteX108" fmla="*/ 5472741 w 7534694"/>
                <a:gd name="connsiteY108" fmla="*/ 752951 h 1780203"/>
                <a:gd name="connsiteX109" fmla="*/ 4960087 w 7534694"/>
                <a:gd name="connsiteY109" fmla="*/ 1265930 h 1780203"/>
                <a:gd name="connsiteX110" fmla="*/ 5473389 w 7534694"/>
                <a:gd name="connsiteY110" fmla="*/ 1778260 h 1780203"/>
                <a:gd name="connsiteX111" fmla="*/ 5710771 w 7534694"/>
                <a:gd name="connsiteY111" fmla="*/ 1719967 h 1780203"/>
                <a:gd name="connsiteX112" fmla="*/ 5710771 w 7534694"/>
                <a:gd name="connsiteY112" fmla="*/ 1776317 h 1780203"/>
                <a:gd name="connsiteX113" fmla="*/ 5986044 w 7534694"/>
                <a:gd name="connsiteY113" fmla="*/ 1776317 h 1780203"/>
                <a:gd name="connsiteX114" fmla="*/ 5985720 w 7534694"/>
                <a:gd name="connsiteY114" fmla="*/ 747446 h 1780203"/>
                <a:gd name="connsiteX115" fmla="*/ 5710447 w 7534694"/>
                <a:gd name="connsiteY115" fmla="*/ 747446 h 1780203"/>
                <a:gd name="connsiteX116" fmla="*/ 5710447 w 7534694"/>
                <a:gd name="connsiteY116" fmla="*/ 810920 h 1780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7534694" h="1780203">
                  <a:moveTo>
                    <a:pt x="3858349" y="0"/>
                  </a:moveTo>
                  <a:lnTo>
                    <a:pt x="3858349" y="0"/>
                  </a:lnTo>
                  <a:cubicBezTo>
                    <a:pt x="3858349" y="0"/>
                    <a:pt x="3158185" y="0"/>
                    <a:pt x="3158185" y="0"/>
                  </a:cubicBezTo>
                  <a:lnTo>
                    <a:pt x="3158185" y="275273"/>
                  </a:lnTo>
                  <a:cubicBezTo>
                    <a:pt x="3158185" y="275273"/>
                    <a:pt x="3854787" y="275273"/>
                    <a:pt x="3854787" y="275273"/>
                  </a:cubicBezTo>
                  <a:lnTo>
                    <a:pt x="3856730" y="275273"/>
                  </a:lnTo>
                  <a:cubicBezTo>
                    <a:pt x="3987241" y="275273"/>
                    <a:pt x="4093464" y="381819"/>
                    <a:pt x="4093464" y="512978"/>
                  </a:cubicBezTo>
                  <a:cubicBezTo>
                    <a:pt x="4093464" y="643814"/>
                    <a:pt x="3987565" y="750037"/>
                    <a:pt x="3856730" y="750684"/>
                  </a:cubicBezTo>
                  <a:lnTo>
                    <a:pt x="3158185" y="750684"/>
                  </a:lnTo>
                  <a:cubicBezTo>
                    <a:pt x="3158185" y="750684"/>
                    <a:pt x="3158185" y="1026281"/>
                    <a:pt x="3158185" y="1026281"/>
                  </a:cubicBezTo>
                  <a:lnTo>
                    <a:pt x="3856730" y="1026281"/>
                  </a:lnTo>
                  <a:cubicBezTo>
                    <a:pt x="3987241" y="1026281"/>
                    <a:pt x="4093464" y="1132503"/>
                    <a:pt x="4093464" y="1263339"/>
                  </a:cubicBezTo>
                  <a:cubicBezTo>
                    <a:pt x="4093464" y="1394822"/>
                    <a:pt x="3987565" y="1500721"/>
                    <a:pt x="3856730" y="1501045"/>
                  </a:cubicBezTo>
                  <a:lnTo>
                    <a:pt x="3158185" y="1501045"/>
                  </a:lnTo>
                  <a:cubicBezTo>
                    <a:pt x="3158185" y="1501045"/>
                    <a:pt x="3158185" y="1776317"/>
                    <a:pt x="3158185" y="1776317"/>
                  </a:cubicBezTo>
                  <a:lnTo>
                    <a:pt x="3856730" y="1776317"/>
                  </a:lnTo>
                  <a:cubicBezTo>
                    <a:pt x="4139775" y="1775993"/>
                    <a:pt x="4368413" y="1546384"/>
                    <a:pt x="4368413" y="1263015"/>
                  </a:cubicBezTo>
                  <a:cubicBezTo>
                    <a:pt x="4368413" y="1114692"/>
                    <a:pt x="4304938" y="981589"/>
                    <a:pt x="4204221" y="887997"/>
                  </a:cubicBezTo>
                  <a:cubicBezTo>
                    <a:pt x="4304938" y="794404"/>
                    <a:pt x="4368089" y="660978"/>
                    <a:pt x="4368089" y="512655"/>
                  </a:cubicBezTo>
                  <a:cubicBezTo>
                    <a:pt x="4368089" y="230257"/>
                    <a:pt x="4139775" y="1619"/>
                    <a:pt x="3857701" y="0"/>
                  </a:cubicBezTo>
                  <a:moveTo>
                    <a:pt x="5133347" y="780802"/>
                  </a:moveTo>
                  <a:cubicBezTo>
                    <a:pt x="5084445" y="764610"/>
                    <a:pt x="5031982" y="754894"/>
                    <a:pt x="4977575" y="754894"/>
                  </a:cubicBezTo>
                  <a:cubicBezTo>
                    <a:pt x="4694206" y="754894"/>
                    <a:pt x="4464920" y="984504"/>
                    <a:pt x="4464597" y="1267225"/>
                  </a:cubicBezTo>
                  <a:lnTo>
                    <a:pt x="4464597" y="1778584"/>
                  </a:lnTo>
                  <a:cubicBezTo>
                    <a:pt x="4464597" y="1778584"/>
                    <a:pt x="4739869" y="1778584"/>
                    <a:pt x="4739869" y="1778584"/>
                  </a:cubicBezTo>
                  <a:lnTo>
                    <a:pt x="4739869" y="1267225"/>
                  </a:lnTo>
                  <a:cubicBezTo>
                    <a:pt x="4739869" y="1155173"/>
                    <a:pt x="4818564" y="1062876"/>
                    <a:pt x="4923168" y="1038263"/>
                  </a:cubicBezTo>
                  <a:cubicBezTo>
                    <a:pt x="4966888" y="933660"/>
                    <a:pt x="5041050" y="844277"/>
                    <a:pt x="5133023" y="780802"/>
                  </a:cubicBezTo>
                  <a:moveTo>
                    <a:pt x="6113641" y="1777936"/>
                  </a:moveTo>
                  <a:lnTo>
                    <a:pt x="6389237" y="1777936"/>
                  </a:lnTo>
                  <a:cubicBezTo>
                    <a:pt x="6389237" y="1777936"/>
                    <a:pt x="6388913" y="749065"/>
                    <a:pt x="6388913" y="749065"/>
                  </a:cubicBezTo>
                  <a:lnTo>
                    <a:pt x="6113317" y="749065"/>
                  </a:lnTo>
                  <a:cubicBezTo>
                    <a:pt x="6113317" y="749065"/>
                    <a:pt x="6113641" y="1777936"/>
                    <a:pt x="6113641" y="1777936"/>
                  </a:cubicBezTo>
                  <a:close/>
                  <a:moveTo>
                    <a:pt x="1783118" y="1098499"/>
                  </a:moveTo>
                  <a:cubicBezTo>
                    <a:pt x="1854365" y="1027252"/>
                    <a:pt x="1959616" y="1011060"/>
                    <a:pt x="2046408" y="1048950"/>
                  </a:cubicBezTo>
                  <a:lnTo>
                    <a:pt x="1733893" y="1361789"/>
                  </a:lnTo>
                  <a:cubicBezTo>
                    <a:pt x="1696003" y="1274997"/>
                    <a:pt x="1711871" y="1169746"/>
                    <a:pt x="1783442" y="1098499"/>
                  </a:cubicBezTo>
                  <a:moveTo>
                    <a:pt x="2119274" y="1434332"/>
                  </a:moveTo>
                  <a:cubicBezTo>
                    <a:pt x="2054181" y="1499426"/>
                    <a:pt x="1960588" y="1518856"/>
                    <a:pt x="1878654" y="1492625"/>
                  </a:cubicBezTo>
                  <a:lnTo>
                    <a:pt x="2177244" y="1194035"/>
                  </a:lnTo>
                  <a:cubicBezTo>
                    <a:pt x="2177244" y="1194035"/>
                    <a:pt x="2177244" y="1194252"/>
                    <a:pt x="2177244" y="1194683"/>
                  </a:cubicBezTo>
                  <a:lnTo>
                    <a:pt x="2382241" y="989362"/>
                  </a:lnTo>
                  <a:cubicBezTo>
                    <a:pt x="2362810" y="959244"/>
                    <a:pt x="2340140" y="930421"/>
                    <a:pt x="2313908" y="903865"/>
                  </a:cubicBezTo>
                  <a:cubicBezTo>
                    <a:pt x="2113445" y="703726"/>
                    <a:pt x="1788624" y="704050"/>
                    <a:pt x="1588484" y="904513"/>
                  </a:cubicBezTo>
                  <a:cubicBezTo>
                    <a:pt x="1388021" y="1105300"/>
                    <a:pt x="1388021" y="1429474"/>
                    <a:pt x="1588484" y="1629937"/>
                  </a:cubicBezTo>
                  <a:cubicBezTo>
                    <a:pt x="1788947" y="1830400"/>
                    <a:pt x="2113769" y="1830076"/>
                    <a:pt x="2313908" y="1629937"/>
                  </a:cubicBezTo>
                  <a:cubicBezTo>
                    <a:pt x="2453488" y="1490682"/>
                    <a:pt x="2495264" y="1290218"/>
                    <a:pt x="2440534" y="1113720"/>
                  </a:cubicBezTo>
                  <a:lnTo>
                    <a:pt x="2119274" y="1435303"/>
                  </a:lnTo>
                  <a:close/>
                  <a:moveTo>
                    <a:pt x="1323251" y="1263015"/>
                  </a:moveTo>
                  <a:cubicBezTo>
                    <a:pt x="1323251" y="1050569"/>
                    <a:pt x="1430122" y="863060"/>
                    <a:pt x="1593018" y="751332"/>
                  </a:cubicBezTo>
                  <a:lnTo>
                    <a:pt x="1330700" y="751332"/>
                  </a:lnTo>
                  <a:cubicBezTo>
                    <a:pt x="1330700" y="751332"/>
                    <a:pt x="1330700" y="751332"/>
                    <a:pt x="1330700" y="751332"/>
                  </a:cubicBezTo>
                  <a:lnTo>
                    <a:pt x="1055427" y="751332"/>
                  </a:lnTo>
                  <a:cubicBezTo>
                    <a:pt x="1055427" y="751332"/>
                    <a:pt x="1055427" y="1252652"/>
                    <a:pt x="1055427" y="1252652"/>
                  </a:cubicBezTo>
                  <a:cubicBezTo>
                    <a:pt x="1055427" y="1257186"/>
                    <a:pt x="1054779" y="1262043"/>
                    <a:pt x="1054779" y="1266577"/>
                  </a:cubicBezTo>
                  <a:cubicBezTo>
                    <a:pt x="1054779" y="1271111"/>
                    <a:pt x="1055427" y="1275969"/>
                    <a:pt x="1055427" y="1280503"/>
                  </a:cubicBezTo>
                  <a:lnTo>
                    <a:pt x="1055427" y="1386078"/>
                  </a:lnTo>
                  <a:lnTo>
                    <a:pt x="424567" y="755542"/>
                  </a:lnTo>
                  <a:lnTo>
                    <a:pt x="424567" y="751332"/>
                  </a:lnTo>
                  <a:lnTo>
                    <a:pt x="0" y="751332"/>
                  </a:lnTo>
                  <a:cubicBezTo>
                    <a:pt x="0" y="751332"/>
                    <a:pt x="324" y="1780203"/>
                    <a:pt x="324" y="1780203"/>
                  </a:cubicBezTo>
                  <a:lnTo>
                    <a:pt x="424891" y="1780203"/>
                  </a:lnTo>
                  <a:cubicBezTo>
                    <a:pt x="424891" y="1780203"/>
                    <a:pt x="424891" y="1144486"/>
                    <a:pt x="424891" y="1144486"/>
                  </a:cubicBezTo>
                  <a:lnTo>
                    <a:pt x="1055751" y="1775022"/>
                  </a:lnTo>
                  <a:lnTo>
                    <a:pt x="1055751" y="1779556"/>
                  </a:lnTo>
                  <a:lnTo>
                    <a:pt x="1060933" y="1779556"/>
                  </a:lnTo>
                  <a:cubicBezTo>
                    <a:pt x="1060933" y="1779556"/>
                    <a:pt x="1061256" y="1779556"/>
                    <a:pt x="1061256" y="1779556"/>
                  </a:cubicBezTo>
                  <a:lnTo>
                    <a:pt x="1331024" y="1779556"/>
                  </a:lnTo>
                  <a:cubicBezTo>
                    <a:pt x="1331024" y="1779556"/>
                    <a:pt x="1600467" y="1779232"/>
                    <a:pt x="1600467" y="1779232"/>
                  </a:cubicBezTo>
                  <a:cubicBezTo>
                    <a:pt x="1433684" y="1668151"/>
                    <a:pt x="1323575" y="1478375"/>
                    <a:pt x="1323251" y="1263015"/>
                  </a:cubicBezTo>
                  <a:moveTo>
                    <a:pt x="2847289" y="469583"/>
                  </a:moveTo>
                  <a:lnTo>
                    <a:pt x="2572017" y="469583"/>
                  </a:lnTo>
                  <a:cubicBezTo>
                    <a:pt x="2572017" y="469583"/>
                    <a:pt x="2572017" y="750684"/>
                    <a:pt x="2572017" y="750684"/>
                  </a:cubicBezTo>
                  <a:lnTo>
                    <a:pt x="2292534" y="750684"/>
                  </a:lnTo>
                  <a:cubicBezTo>
                    <a:pt x="2391308" y="818369"/>
                    <a:pt x="2469356" y="913905"/>
                    <a:pt x="2515667" y="1025957"/>
                  </a:cubicBezTo>
                  <a:lnTo>
                    <a:pt x="2571693" y="1025957"/>
                  </a:lnTo>
                  <a:lnTo>
                    <a:pt x="2571693" y="1264634"/>
                  </a:lnTo>
                  <a:lnTo>
                    <a:pt x="2572017" y="1264634"/>
                  </a:lnTo>
                  <a:cubicBezTo>
                    <a:pt x="2572341" y="1547355"/>
                    <a:pt x="2801950" y="1775993"/>
                    <a:pt x="3084995" y="1775993"/>
                  </a:cubicBezTo>
                  <a:lnTo>
                    <a:pt x="3084995" y="1775993"/>
                  </a:lnTo>
                  <a:lnTo>
                    <a:pt x="3084995" y="1501045"/>
                  </a:lnTo>
                  <a:lnTo>
                    <a:pt x="3084995" y="1501045"/>
                  </a:lnTo>
                  <a:cubicBezTo>
                    <a:pt x="2954160" y="1501045"/>
                    <a:pt x="2847937" y="1395146"/>
                    <a:pt x="2846965" y="1264634"/>
                  </a:cubicBezTo>
                  <a:lnTo>
                    <a:pt x="2846965" y="1025957"/>
                  </a:lnTo>
                  <a:cubicBezTo>
                    <a:pt x="2846965" y="1025957"/>
                    <a:pt x="3086614" y="1025957"/>
                    <a:pt x="3086614" y="1025957"/>
                  </a:cubicBezTo>
                  <a:lnTo>
                    <a:pt x="3086614" y="750684"/>
                  </a:lnTo>
                  <a:cubicBezTo>
                    <a:pt x="3086614" y="750684"/>
                    <a:pt x="2846642" y="750684"/>
                    <a:pt x="2846642" y="750684"/>
                  </a:cubicBezTo>
                  <a:lnTo>
                    <a:pt x="2846642" y="469906"/>
                  </a:lnTo>
                  <a:close/>
                  <a:moveTo>
                    <a:pt x="7534370" y="1265930"/>
                  </a:moveTo>
                  <a:cubicBezTo>
                    <a:pt x="7533723" y="982561"/>
                    <a:pt x="7304113" y="753599"/>
                    <a:pt x="7021068" y="753923"/>
                  </a:cubicBezTo>
                  <a:cubicBezTo>
                    <a:pt x="6935248" y="753923"/>
                    <a:pt x="6854610" y="775297"/>
                    <a:pt x="6783363" y="812540"/>
                  </a:cubicBezTo>
                  <a:lnTo>
                    <a:pt x="6783363" y="749065"/>
                  </a:lnTo>
                  <a:lnTo>
                    <a:pt x="6507766" y="749065"/>
                  </a:lnTo>
                  <a:cubicBezTo>
                    <a:pt x="6507766" y="749065"/>
                    <a:pt x="6508090" y="1777936"/>
                    <a:pt x="6508090" y="1777936"/>
                  </a:cubicBezTo>
                  <a:lnTo>
                    <a:pt x="6783686" y="1777936"/>
                  </a:lnTo>
                  <a:cubicBezTo>
                    <a:pt x="6783686" y="1777936"/>
                    <a:pt x="6783686" y="1266577"/>
                    <a:pt x="6783686" y="1266577"/>
                  </a:cubicBezTo>
                  <a:cubicBezTo>
                    <a:pt x="6783686" y="1135418"/>
                    <a:pt x="6890233" y="1029195"/>
                    <a:pt x="7021392" y="1029195"/>
                  </a:cubicBezTo>
                  <a:cubicBezTo>
                    <a:pt x="7152552" y="1029195"/>
                    <a:pt x="7258774" y="1135094"/>
                    <a:pt x="7259422" y="1266254"/>
                  </a:cubicBezTo>
                  <a:lnTo>
                    <a:pt x="7259422" y="1777613"/>
                  </a:lnTo>
                  <a:cubicBezTo>
                    <a:pt x="7259422" y="1777613"/>
                    <a:pt x="7534695" y="1777613"/>
                    <a:pt x="7534695" y="1777613"/>
                  </a:cubicBezTo>
                  <a:lnTo>
                    <a:pt x="7534695" y="1266254"/>
                  </a:lnTo>
                  <a:close/>
                  <a:moveTo>
                    <a:pt x="5710124" y="1265930"/>
                  </a:moveTo>
                  <a:cubicBezTo>
                    <a:pt x="5710124" y="1397089"/>
                    <a:pt x="5603577" y="1503312"/>
                    <a:pt x="5472741" y="1503312"/>
                  </a:cubicBezTo>
                  <a:cubicBezTo>
                    <a:pt x="5341258" y="1503312"/>
                    <a:pt x="5235035" y="1396765"/>
                    <a:pt x="5234712" y="1265606"/>
                  </a:cubicBezTo>
                  <a:cubicBezTo>
                    <a:pt x="5234712" y="1134123"/>
                    <a:pt x="5341258" y="1027900"/>
                    <a:pt x="5472418" y="1027900"/>
                  </a:cubicBezTo>
                  <a:cubicBezTo>
                    <a:pt x="5603253" y="1027900"/>
                    <a:pt x="5709800" y="1134123"/>
                    <a:pt x="5709800" y="1264958"/>
                  </a:cubicBezTo>
                  <a:lnTo>
                    <a:pt x="5709800" y="1265930"/>
                  </a:lnTo>
                  <a:close/>
                  <a:moveTo>
                    <a:pt x="5710124" y="811244"/>
                  </a:moveTo>
                  <a:cubicBezTo>
                    <a:pt x="5639200" y="774325"/>
                    <a:pt x="5558238" y="752951"/>
                    <a:pt x="5472741" y="752951"/>
                  </a:cubicBezTo>
                  <a:cubicBezTo>
                    <a:pt x="5189373" y="752951"/>
                    <a:pt x="4959763" y="982885"/>
                    <a:pt x="4960087" y="1265930"/>
                  </a:cubicBezTo>
                  <a:cubicBezTo>
                    <a:pt x="4960087" y="1549622"/>
                    <a:pt x="5190021" y="1778584"/>
                    <a:pt x="5473389" y="1778260"/>
                  </a:cubicBezTo>
                  <a:cubicBezTo>
                    <a:pt x="5559210" y="1778260"/>
                    <a:pt x="5639848" y="1757210"/>
                    <a:pt x="5710771" y="1719967"/>
                  </a:cubicBezTo>
                  <a:lnTo>
                    <a:pt x="5710771" y="1776317"/>
                  </a:lnTo>
                  <a:lnTo>
                    <a:pt x="5986044" y="1776317"/>
                  </a:lnTo>
                  <a:cubicBezTo>
                    <a:pt x="5986044" y="1776317"/>
                    <a:pt x="5985720" y="747446"/>
                    <a:pt x="5985720" y="747446"/>
                  </a:cubicBezTo>
                  <a:lnTo>
                    <a:pt x="5710447" y="747446"/>
                  </a:lnTo>
                  <a:lnTo>
                    <a:pt x="5710447" y="810920"/>
                  </a:lnTo>
                  <a:close/>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sp>
          <p:nvSpPr>
            <p:cNvPr id="9" name="Freeform 8">
              <a:extLst>
                <a:ext uri="{FF2B5EF4-FFF2-40B4-BE49-F238E27FC236}">
                  <a16:creationId xmlns:a16="http://schemas.microsoft.com/office/drawing/2014/main" id="{8703EC40-549D-6F7D-E01D-3768E2DDDCE1}"/>
                </a:ext>
              </a:extLst>
            </p:cNvPr>
            <p:cNvSpPr/>
            <p:nvPr/>
          </p:nvSpPr>
          <p:spPr>
            <a:xfrm>
              <a:off x="6133718" y="2059120"/>
              <a:ext cx="448210" cy="446589"/>
            </a:xfrm>
            <a:custGeom>
              <a:avLst/>
              <a:gdLst>
                <a:gd name="connsiteX0" fmla="*/ 1 w 448210"/>
                <a:gd name="connsiteY0" fmla="*/ 224104 h 446589"/>
                <a:gd name="connsiteX1" fmla="*/ 197549 w 448210"/>
                <a:gd name="connsiteY1" fmla="*/ 446589 h 446589"/>
                <a:gd name="connsiteX2" fmla="*/ 250985 w 448210"/>
                <a:gd name="connsiteY2" fmla="*/ 446589 h 446589"/>
                <a:gd name="connsiteX3" fmla="*/ 448209 w 448210"/>
                <a:gd name="connsiteY3" fmla="*/ 223780 h 446589"/>
                <a:gd name="connsiteX4" fmla="*/ 223781 w 448210"/>
                <a:gd name="connsiteY4" fmla="*/ 0 h 446589"/>
                <a:gd name="connsiteX5" fmla="*/ 1 w 448210"/>
                <a:gd name="connsiteY5" fmla="*/ 223780 h 4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210" h="446589">
                  <a:moveTo>
                    <a:pt x="1" y="224104"/>
                  </a:moveTo>
                  <a:cubicBezTo>
                    <a:pt x="1" y="339071"/>
                    <a:pt x="86145" y="433311"/>
                    <a:pt x="197549" y="446589"/>
                  </a:cubicBezTo>
                  <a:lnTo>
                    <a:pt x="250985" y="446589"/>
                  </a:lnTo>
                  <a:cubicBezTo>
                    <a:pt x="362389" y="432987"/>
                    <a:pt x="448533" y="338747"/>
                    <a:pt x="448209" y="223780"/>
                  </a:cubicBezTo>
                  <a:cubicBezTo>
                    <a:pt x="448209" y="100394"/>
                    <a:pt x="347816" y="0"/>
                    <a:pt x="223781" y="0"/>
                  </a:cubicBezTo>
                  <a:cubicBezTo>
                    <a:pt x="100071" y="0"/>
                    <a:pt x="-323" y="100394"/>
                    <a:pt x="1" y="223780"/>
                  </a:cubicBezTo>
                </a:path>
              </a:pathLst>
            </a:custGeom>
            <a:grpFill/>
            <a:ln w="3239" cap="flat">
              <a:noFill/>
              <a:prstDash val="solid"/>
              <a:miter/>
            </a:ln>
          </p:spPr>
          <p:txBody>
            <a:bodyPr anchor="ctr"/>
            <a:lstStyle/>
            <a:p>
              <a:pPr eaLnBrk="1" fontAlgn="auto" hangingPunct="1">
                <a:spcBef>
                  <a:spcPts val="0"/>
                </a:spcBef>
                <a:spcAft>
                  <a:spcPts val="0"/>
                </a:spcAft>
                <a:defRPr/>
              </a:pPr>
              <a:endParaRPr lang="en-US" dirty="0">
                <a:latin typeface="Arial" panose="020B0604020202020204" pitchFamily="34" charset="0"/>
              </a:endParaRPr>
            </a:p>
          </p:txBody>
        </p:sp>
      </p:grpSp>
      <p:sp>
        <p:nvSpPr>
          <p:cNvPr id="11" name="Rectangle 10">
            <a:extLst>
              <a:ext uri="{FF2B5EF4-FFF2-40B4-BE49-F238E27FC236}">
                <a16:creationId xmlns:a16="http://schemas.microsoft.com/office/drawing/2014/main" id="{6F180B4F-5441-A301-DEFD-F254DD408802}"/>
              </a:ext>
            </a:extLst>
          </p:cNvPr>
          <p:cNvSpPr/>
          <p:nvPr/>
        </p:nvSpPr>
        <p:spPr>
          <a:xfrm>
            <a:off x="0" y="0"/>
            <a:ext cx="12192000" cy="84138"/>
          </a:xfrm>
          <a:prstGeom prst="rect">
            <a:avLst/>
          </a:prstGeom>
          <a:gradFill>
            <a:gsLst>
              <a:gs pos="0">
                <a:schemeClr val="tx2"/>
              </a:gs>
              <a:gs pos="100000">
                <a:schemeClr val="tx1"/>
              </a:gs>
              <a:gs pos="42000">
                <a:schemeClr val="accent1"/>
              </a:gs>
            </a:gsLst>
            <a:lin ang="7304" scaled="1"/>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latin typeface="Arial" panose="020B0604020202020204" pitchFamily="34" charset="0"/>
            </a:endParaRPr>
          </a:p>
        </p:txBody>
      </p:sp>
    </p:spTree>
    <p:extLst>
      <p:ext uri="{BB962C8B-B14F-4D97-AF65-F5344CB8AC3E}">
        <p14:creationId xmlns:p14="http://schemas.microsoft.com/office/powerpoint/2010/main" val="3020842335"/>
      </p:ext>
    </p:extLst>
  </p:cSld>
  <p:clrMap bg1="lt1" tx1="dk1" bg2="lt2" tx2="dk2" accent1="accent1" accent2="accent2" accent3="accent3" accent4="accent4" accent5="accent5" accent6="accent6" hlink="hlink" folHlink="fol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Lst>
  <p:txStyles>
    <p:titleStyle>
      <a:lvl1pPr algn="l" rtl="0" fontAlgn="base">
        <a:lnSpc>
          <a:spcPct val="90000"/>
        </a:lnSpc>
        <a:spcBef>
          <a:spcPct val="0"/>
        </a:spcBef>
        <a:spcAft>
          <a:spcPct val="0"/>
        </a:spcAft>
        <a:defRPr sz="3200" kern="1200">
          <a:solidFill>
            <a:schemeClr val="bg1"/>
          </a:solidFill>
          <a:latin typeface="Arial" panose="020B0604020202020204" pitchFamily="34" charset="0"/>
          <a:ea typeface="+mj-ea"/>
          <a:cs typeface="Arial" panose="020B0604020202020204" pitchFamily="34" charset="0"/>
        </a:defRPr>
      </a:lvl1pPr>
      <a:lvl2pPr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2pPr>
      <a:lvl3pPr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3pPr>
      <a:lvl4pPr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4pPr>
      <a:lvl5pPr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5pPr>
      <a:lvl6pPr marL="457200"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6pPr>
      <a:lvl7pPr marL="914400"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7pPr>
      <a:lvl8pPr marL="1371600"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8pPr>
      <a:lvl9pPr marL="1828800" algn="l" rtl="0" fontAlgn="base">
        <a:lnSpc>
          <a:spcPct val="90000"/>
        </a:lnSpc>
        <a:spcBef>
          <a:spcPct val="0"/>
        </a:spcBef>
        <a:spcAft>
          <a:spcPct val="0"/>
        </a:spcAft>
        <a:defRPr sz="3200">
          <a:solidFill>
            <a:schemeClr val="bg1"/>
          </a:solidFill>
          <a:latin typeface="Arial" panose="020B0604020202020204" pitchFamily="34" charset="0"/>
          <a:cs typeface="Arial" panose="020B0604020202020204" pitchFamily="34" charset="0"/>
        </a:defRPr>
      </a:lvl9pPr>
    </p:titleStyle>
    <p:bodyStyle>
      <a:lvl1pPr marL="228600" indent="-228600" algn="l" rtl="0" fontAlgn="base">
        <a:lnSpc>
          <a:spcPct val="90000"/>
        </a:lnSpc>
        <a:spcBef>
          <a:spcPts val="1000"/>
        </a:spcBef>
        <a:spcAft>
          <a:spcPct val="0"/>
        </a:spcAft>
        <a:buClr>
          <a:schemeClr val="accent1"/>
        </a:buClr>
        <a:buFont typeface="Arial" panose="020B0604020202020204" pitchFamily="34" charset="0"/>
        <a:buChar char="•"/>
        <a:defRPr sz="2400" kern="1200">
          <a:solidFill>
            <a:schemeClr val="bg1"/>
          </a:solidFill>
          <a:latin typeface="Arial" panose="020B0604020202020204" pitchFamily="34" charset="0"/>
          <a:ea typeface="+mn-ea"/>
          <a:cs typeface="+mn-cs"/>
        </a:defRPr>
      </a:lvl1pPr>
      <a:lvl2pPr marL="685800" indent="-228600" algn="l" rtl="0" fontAlgn="base">
        <a:lnSpc>
          <a:spcPct val="90000"/>
        </a:lnSpc>
        <a:spcBef>
          <a:spcPts val="500"/>
        </a:spcBef>
        <a:spcAft>
          <a:spcPct val="0"/>
        </a:spcAft>
        <a:buClr>
          <a:schemeClr val="accent1"/>
        </a:buClr>
        <a:buFont typeface="System Font Regular"/>
        <a:buChar char="-"/>
        <a:defRPr sz="2000" kern="1200">
          <a:solidFill>
            <a:schemeClr val="bg1"/>
          </a:solidFill>
          <a:latin typeface="Arial" panose="020B0604020202020204" pitchFamily="34" charset="0"/>
          <a:ea typeface="+mn-ea"/>
          <a:cs typeface="+mn-cs"/>
        </a:defRPr>
      </a:lvl2pPr>
      <a:lvl3pPr marL="1143000" indent="-228600" algn="l" rtl="0" fontAlgn="base">
        <a:lnSpc>
          <a:spcPct val="90000"/>
        </a:lnSpc>
        <a:spcBef>
          <a:spcPts val="500"/>
        </a:spcBef>
        <a:spcAft>
          <a:spcPct val="0"/>
        </a:spcAft>
        <a:buClr>
          <a:schemeClr val="accent1"/>
        </a:buClr>
        <a:buFont typeface="Arial" panose="020B0604020202020204" pitchFamily="34" charset="0"/>
        <a:buChar char="•"/>
        <a:defRPr kern="1200">
          <a:solidFill>
            <a:schemeClr val="bg1"/>
          </a:solidFill>
          <a:latin typeface="Arial" panose="020B0604020202020204" pitchFamily="34" charset="0"/>
          <a:ea typeface="+mn-ea"/>
          <a:cs typeface="+mn-cs"/>
        </a:defRPr>
      </a:lvl3pPr>
      <a:lvl4pPr marL="1600200" indent="-228600" algn="l" rtl="0" fontAlgn="base">
        <a:lnSpc>
          <a:spcPct val="90000"/>
        </a:lnSpc>
        <a:spcBef>
          <a:spcPts val="500"/>
        </a:spcBef>
        <a:spcAft>
          <a:spcPct val="0"/>
        </a:spcAft>
        <a:buClr>
          <a:schemeClr val="accent1"/>
        </a:buClr>
        <a:buFont typeface="System Font Regular"/>
        <a:buChar char="-"/>
        <a:defRPr sz="1600" kern="1200">
          <a:solidFill>
            <a:schemeClr val="bg1"/>
          </a:solidFill>
          <a:latin typeface="Arial" panose="020B0604020202020204" pitchFamily="34" charset="0"/>
          <a:ea typeface="+mn-ea"/>
          <a:cs typeface="+mn-cs"/>
        </a:defRPr>
      </a:lvl4pPr>
      <a:lvl5pPr marL="2057400" indent="-228600" algn="l" rtl="0" fontAlgn="base">
        <a:lnSpc>
          <a:spcPct val="90000"/>
        </a:lnSpc>
        <a:spcBef>
          <a:spcPts val="500"/>
        </a:spcBef>
        <a:spcAft>
          <a:spcPct val="0"/>
        </a:spcAft>
        <a:buClr>
          <a:schemeClr val="accent1"/>
        </a:buClr>
        <a:buFont typeface="Arial" panose="020B0604020202020204" pitchFamily="34" charset="0"/>
        <a:buChar char="•"/>
        <a:defRPr sz="1600" kern="1200">
          <a:solidFill>
            <a:schemeClr val="bg1"/>
          </a:solidFill>
          <a:latin typeface="Arial" panose="020B06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16.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7.xml"/><Relationship Id="rId1" Type="http://schemas.openxmlformats.org/officeDocument/2006/relationships/slideLayout" Target="../slideLayouts/slideLayout20.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8.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09600" y="2194560"/>
            <a:ext cx="97536" cy="2926080"/>
          </a:xfrm>
          <a:prstGeom prst="rect">
            <a:avLst/>
          </a:prstGeom>
          <a:solidFill>
            <a:srgbClr val="E8722A"/>
          </a:solidFill>
          <a:ln w="12700">
            <a:solidFill>
              <a:srgbClr val="E8722A"/>
            </a:solidFill>
            <a:prstDash val="solid"/>
          </a:ln>
        </p:spPr>
        <p:txBody>
          <a:bodyPr/>
          <a:lstStyle/>
          <a:p>
            <a:endParaRPr lang="en-US" sz="2400"/>
          </a:p>
        </p:txBody>
      </p:sp>
      <p:sp>
        <p:nvSpPr>
          <p:cNvPr id="3" name="Text 1"/>
          <p:cNvSpPr/>
          <p:nvPr/>
        </p:nvSpPr>
        <p:spPr>
          <a:xfrm>
            <a:off x="914400" y="2133600"/>
            <a:ext cx="10363200" cy="1097280"/>
          </a:xfrm>
          <a:prstGeom prst="rect">
            <a:avLst/>
          </a:prstGeom>
          <a:noFill/>
          <a:ln/>
        </p:spPr>
        <p:txBody>
          <a:bodyPr wrap="square" lIns="0" tIns="0" rIns="0" bIns="0" rtlCol="0" anchor="ctr"/>
          <a:lstStyle/>
          <a:p>
            <a:r>
              <a:rPr lang="en-US" sz="5850" b="1" dirty="0">
                <a:solidFill>
                  <a:srgbClr val="FFFFFF"/>
                </a:solidFill>
                <a:latin typeface="Calibri"/>
                <a:ea typeface="Calibri"/>
                <a:cs typeface="Calibri"/>
              </a:rPr>
              <a:t>You're Not Behind.</a:t>
            </a:r>
            <a:endParaRPr lang="en-US" sz="5850" dirty="0">
              <a:latin typeface="Calibri"/>
              <a:ea typeface="Calibri"/>
              <a:cs typeface="Calibri"/>
            </a:endParaRPr>
          </a:p>
        </p:txBody>
      </p:sp>
      <p:sp>
        <p:nvSpPr>
          <p:cNvPr id="4" name="Text 2"/>
          <p:cNvSpPr/>
          <p:nvPr/>
        </p:nvSpPr>
        <p:spPr>
          <a:xfrm>
            <a:off x="914400" y="3169920"/>
            <a:ext cx="10363200" cy="1097280"/>
          </a:xfrm>
          <a:prstGeom prst="rect">
            <a:avLst/>
          </a:prstGeom>
          <a:noFill/>
          <a:ln/>
        </p:spPr>
        <p:txBody>
          <a:bodyPr wrap="square" lIns="0" tIns="0" rIns="0" bIns="0" rtlCol="0" anchor="ctr"/>
          <a:lstStyle/>
          <a:p>
            <a:r>
              <a:rPr lang="en-US" sz="5850" b="1" dirty="0">
                <a:solidFill>
                  <a:srgbClr val="E8722A"/>
                </a:solidFill>
                <a:latin typeface="Calibri"/>
                <a:ea typeface="Calibri"/>
                <a:cs typeface="Calibri"/>
              </a:rPr>
              <a:t>You're Stuck.</a:t>
            </a:r>
            <a:endParaRPr lang="en-US" sz="5850" dirty="0">
              <a:latin typeface="Calibri"/>
              <a:ea typeface="Calibri"/>
              <a:cs typeface="Calibri"/>
            </a:endParaRPr>
          </a:p>
        </p:txBody>
      </p:sp>
      <p:sp>
        <p:nvSpPr>
          <p:cNvPr id="5" name="Text 3"/>
          <p:cNvSpPr/>
          <p:nvPr/>
        </p:nvSpPr>
        <p:spPr>
          <a:xfrm>
            <a:off x="914400" y="4450080"/>
            <a:ext cx="9144000" cy="975360"/>
          </a:xfrm>
          <a:prstGeom prst="rect">
            <a:avLst/>
          </a:prstGeom>
          <a:noFill/>
          <a:ln/>
        </p:spPr>
        <p:txBody>
          <a:bodyPr wrap="square" lIns="0" tIns="0" rIns="0" bIns="0" rtlCol="0" anchor="ctr"/>
          <a:lstStyle/>
          <a:p>
            <a:r>
              <a:rPr lang="en-US" sz="2133" i="1" dirty="0">
                <a:solidFill>
                  <a:srgbClr val="C4B8E8"/>
                </a:solidFill>
                <a:latin typeface="Calibri" pitchFamily="34" charset="0"/>
                <a:ea typeface="Calibri" pitchFamily="34" charset="-122"/>
                <a:cs typeface="Calibri" pitchFamily="34" charset="-120"/>
              </a:rPr>
              <a:t>A practical framework for understanding where your network operations team is — and how to move forward.</a:t>
            </a:r>
            <a:endParaRPr lang="en-US" sz="2133" dirty="0"/>
          </a:p>
        </p:txBody>
      </p:sp>
      <p:sp>
        <p:nvSpPr>
          <p:cNvPr id="6" name="Text 4"/>
          <p:cNvSpPr/>
          <p:nvPr/>
        </p:nvSpPr>
        <p:spPr>
          <a:xfrm>
            <a:off x="609600" y="6272784"/>
            <a:ext cx="8201427" cy="585216"/>
          </a:xfrm>
          <a:prstGeom prst="rect">
            <a:avLst/>
          </a:prstGeom>
          <a:noFill/>
          <a:ln/>
        </p:spPr>
        <p:txBody>
          <a:bodyPr wrap="square" lIns="0" tIns="0" rIns="0" bIns="0" rtlCol="0" anchor="ctr"/>
          <a:lstStyle/>
          <a:p>
            <a:r>
              <a:rPr lang="en-US" sz="1600" dirty="0">
                <a:solidFill>
                  <a:schemeClr val="bg1"/>
                </a:solidFill>
                <a:latin typeface="Calibri"/>
                <a:ea typeface="Calibri"/>
                <a:cs typeface="Calibri"/>
              </a:rPr>
              <a:t>Steve Krater - Sr. Customer Success Manager | AUTOCON 5  | Munich, DE  | June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70560" y="365760"/>
            <a:ext cx="10850880" cy="365760"/>
          </a:xfrm>
          <a:prstGeom prst="rect">
            <a:avLst/>
          </a:prstGeom>
          <a:noFill/>
          <a:ln/>
        </p:spPr>
        <p:txBody>
          <a:bodyPr wrap="square" lIns="0" tIns="0" rIns="0" bIns="0" rtlCol="0" anchor="ctr"/>
          <a:lstStyle/>
          <a:p>
            <a:r>
              <a:rPr lang="en-US" sz="1333" b="1" kern="0" spc="400" dirty="0">
                <a:solidFill>
                  <a:srgbClr val="E8722A"/>
                </a:solidFill>
                <a:latin typeface="Calibri" pitchFamily="34" charset="0"/>
                <a:ea typeface="Calibri" pitchFamily="34" charset="-122"/>
                <a:cs typeface="Calibri" pitchFamily="34" charset="-120"/>
              </a:rPr>
              <a:t>WHO WE ARE</a:t>
            </a:r>
            <a:endParaRPr lang="en-US" sz="1333" dirty="0"/>
          </a:p>
        </p:txBody>
      </p:sp>
      <p:sp>
        <p:nvSpPr>
          <p:cNvPr id="3" name="Text 1"/>
          <p:cNvSpPr/>
          <p:nvPr/>
        </p:nvSpPr>
        <p:spPr>
          <a:xfrm>
            <a:off x="670560" y="792480"/>
            <a:ext cx="10850880" cy="914400"/>
          </a:xfrm>
          <a:prstGeom prst="rect">
            <a:avLst/>
          </a:prstGeom>
          <a:noFill/>
          <a:ln/>
        </p:spPr>
        <p:txBody>
          <a:bodyPr wrap="square" lIns="0" tIns="0" rIns="0" bIns="0" rtlCol="0" anchor="ctr"/>
          <a:lstStyle/>
          <a:p>
            <a:r>
              <a:rPr lang="en-US" sz="4800" b="1" dirty="0">
                <a:solidFill>
                  <a:srgbClr val="FFFFFF"/>
                </a:solidFill>
                <a:latin typeface="Calibri" pitchFamily="34" charset="0"/>
                <a:ea typeface="Calibri" pitchFamily="34" charset="-122"/>
                <a:cs typeface="Calibri" pitchFamily="34" charset="-120"/>
              </a:rPr>
              <a:t>NetBrain is the leader in</a:t>
            </a:r>
            <a:endParaRPr lang="en-US" sz="4800" dirty="0"/>
          </a:p>
        </p:txBody>
      </p:sp>
      <p:sp>
        <p:nvSpPr>
          <p:cNvPr id="4" name="Text 2"/>
          <p:cNvSpPr/>
          <p:nvPr/>
        </p:nvSpPr>
        <p:spPr>
          <a:xfrm>
            <a:off x="670560" y="1645920"/>
            <a:ext cx="10850880" cy="914400"/>
          </a:xfrm>
          <a:prstGeom prst="rect">
            <a:avLst/>
          </a:prstGeom>
          <a:noFill/>
          <a:ln/>
        </p:spPr>
        <p:txBody>
          <a:bodyPr wrap="square" lIns="0" tIns="0" rIns="0" bIns="0" rtlCol="0" anchor="ctr"/>
          <a:lstStyle/>
          <a:p>
            <a:r>
              <a:rPr lang="en-US" sz="4800" b="1" dirty="0">
                <a:solidFill>
                  <a:srgbClr val="E8722A"/>
                </a:solidFill>
                <a:latin typeface="Calibri" pitchFamily="34" charset="0"/>
                <a:ea typeface="Calibri" pitchFamily="34" charset="-122"/>
                <a:cs typeface="Calibri" pitchFamily="34" charset="-120"/>
              </a:rPr>
              <a:t>Agentic NetOps.</a:t>
            </a:r>
            <a:endParaRPr lang="en-US" sz="4800" dirty="0"/>
          </a:p>
        </p:txBody>
      </p:sp>
      <p:sp>
        <p:nvSpPr>
          <p:cNvPr id="5" name="Shape 3"/>
          <p:cNvSpPr/>
          <p:nvPr/>
        </p:nvSpPr>
        <p:spPr>
          <a:xfrm>
            <a:off x="548640" y="2804160"/>
            <a:ext cx="3535680" cy="2560320"/>
          </a:xfrm>
          <a:prstGeom prst="rect">
            <a:avLst/>
          </a:prstGeom>
          <a:solidFill>
            <a:srgbClr val="2A1A7A"/>
          </a:solidFill>
          <a:ln w="12700">
            <a:solidFill>
              <a:srgbClr val="00B0F0"/>
            </a:solidFill>
            <a:prstDash val="solid"/>
          </a:ln>
        </p:spPr>
        <p:txBody>
          <a:bodyPr/>
          <a:lstStyle/>
          <a:p>
            <a:endParaRPr lang="en-US"/>
          </a:p>
        </p:txBody>
      </p:sp>
      <p:sp>
        <p:nvSpPr>
          <p:cNvPr id="6" name="Shape 4"/>
          <p:cNvSpPr/>
          <p:nvPr/>
        </p:nvSpPr>
        <p:spPr>
          <a:xfrm>
            <a:off x="548640" y="2804160"/>
            <a:ext cx="3535680" cy="60960"/>
          </a:xfrm>
          <a:prstGeom prst="rect">
            <a:avLst/>
          </a:prstGeom>
          <a:solidFill>
            <a:srgbClr val="00B0F0"/>
          </a:solidFill>
          <a:ln w="12700">
            <a:solidFill>
              <a:srgbClr val="00B0F0"/>
            </a:solidFill>
            <a:prstDash val="solid"/>
          </a:ln>
        </p:spPr>
        <p:txBody>
          <a:bodyPr/>
          <a:lstStyle/>
          <a:p>
            <a:endParaRPr lang="en-US"/>
          </a:p>
        </p:txBody>
      </p:sp>
      <p:sp>
        <p:nvSpPr>
          <p:cNvPr id="7" name="Text 5"/>
          <p:cNvSpPr/>
          <p:nvPr/>
        </p:nvSpPr>
        <p:spPr>
          <a:xfrm>
            <a:off x="670560" y="2926080"/>
            <a:ext cx="3291840" cy="975360"/>
          </a:xfrm>
          <a:prstGeom prst="rect">
            <a:avLst/>
          </a:prstGeom>
          <a:noFill/>
          <a:ln/>
        </p:spPr>
        <p:txBody>
          <a:bodyPr wrap="square" lIns="0" tIns="0" rIns="0" bIns="0" rtlCol="0" anchor="ctr"/>
          <a:lstStyle/>
          <a:p>
            <a:pPr algn="ctr"/>
            <a:r>
              <a:rPr lang="en-US" sz="5333" b="1" dirty="0">
                <a:solidFill>
                  <a:srgbClr val="E8722A"/>
                </a:solidFill>
                <a:latin typeface="Calibri" pitchFamily="34" charset="0"/>
                <a:cs typeface="Calibri" pitchFamily="34" charset="-120"/>
              </a:rPr>
              <a:t>Hundreds</a:t>
            </a:r>
            <a:endParaRPr lang="en-US" sz="5333" dirty="0"/>
          </a:p>
        </p:txBody>
      </p:sp>
      <p:sp>
        <p:nvSpPr>
          <p:cNvPr id="8" name="Text 6"/>
          <p:cNvSpPr/>
          <p:nvPr/>
        </p:nvSpPr>
        <p:spPr>
          <a:xfrm>
            <a:off x="670560" y="3925824"/>
            <a:ext cx="3291840" cy="512064"/>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Enterprise Customers</a:t>
            </a:r>
            <a:endParaRPr lang="en-US" sz="1733" dirty="0"/>
          </a:p>
        </p:txBody>
      </p:sp>
      <p:sp>
        <p:nvSpPr>
          <p:cNvPr id="9" name="Text 7"/>
          <p:cNvSpPr/>
          <p:nvPr/>
        </p:nvSpPr>
        <p:spPr>
          <a:xfrm>
            <a:off x="670560" y="4486656"/>
            <a:ext cx="3291840" cy="792480"/>
          </a:xfrm>
          <a:prstGeom prst="rect">
            <a:avLst/>
          </a:prstGeom>
          <a:noFill/>
          <a:ln/>
        </p:spPr>
        <p:txBody>
          <a:bodyPr wrap="square" lIns="67733" tIns="67733" rIns="67733" bIns="67733" rtlCol="0" anchor="t"/>
          <a:lstStyle/>
          <a:p>
            <a:pPr algn="ctr"/>
            <a:r>
              <a:rPr lang="en-US" sz="1467" dirty="0">
                <a:solidFill>
                  <a:srgbClr val="9985CC"/>
                </a:solidFill>
                <a:latin typeface="Calibri" pitchFamily="34" charset="0"/>
                <a:ea typeface="Calibri" pitchFamily="34" charset="-122"/>
                <a:cs typeface="Calibri" pitchFamily="34" charset="-120"/>
              </a:rPr>
              <a:t>Finance, healthcare, telecom and critical infrastructure worldwide</a:t>
            </a:r>
            <a:endParaRPr lang="en-US" sz="1467" dirty="0"/>
          </a:p>
        </p:txBody>
      </p:sp>
      <p:sp>
        <p:nvSpPr>
          <p:cNvPr id="10" name="Shape 8"/>
          <p:cNvSpPr/>
          <p:nvPr/>
        </p:nvSpPr>
        <p:spPr>
          <a:xfrm>
            <a:off x="4328160" y="2804160"/>
            <a:ext cx="3535680" cy="2560320"/>
          </a:xfrm>
          <a:prstGeom prst="rect">
            <a:avLst/>
          </a:prstGeom>
          <a:solidFill>
            <a:srgbClr val="2A1A7A"/>
          </a:solidFill>
          <a:ln w="12700">
            <a:solidFill>
              <a:srgbClr val="00B0F0"/>
            </a:solidFill>
            <a:prstDash val="solid"/>
          </a:ln>
        </p:spPr>
        <p:txBody>
          <a:bodyPr/>
          <a:lstStyle/>
          <a:p>
            <a:endParaRPr lang="en-US"/>
          </a:p>
        </p:txBody>
      </p:sp>
      <p:sp>
        <p:nvSpPr>
          <p:cNvPr id="11" name="Shape 9"/>
          <p:cNvSpPr/>
          <p:nvPr/>
        </p:nvSpPr>
        <p:spPr>
          <a:xfrm>
            <a:off x="4328160" y="2804160"/>
            <a:ext cx="3535680" cy="60960"/>
          </a:xfrm>
          <a:prstGeom prst="rect">
            <a:avLst/>
          </a:prstGeom>
          <a:solidFill>
            <a:srgbClr val="00B0F0"/>
          </a:solidFill>
          <a:ln w="12700">
            <a:solidFill>
              <a:srgbClr val="00B0F0"/>
            </a:solidFill>
            <a:prstDash val="solid"/>
          </a:ln>
        </p:spPr>
        <p:txBody>
          <a:bodyPr/>
          <a:lstStyle/>
          <a:p>
            <a:endParaRPr lang="en-US"/>
          </a:p>
        </p:txBody>
      </p:sp>
      <p:sp>
        <p:nvSpPr>
          <p:cNvPr id="12" name="Text 10"/>
          <p:cNvSpPr/>
          <p:nvPr/>
        </p:nvSpPr>
        <p:spPr>
          <a:xfrm>
            <a:off x="4450080" y="2926080"/>
            <a:ext cx="3291840" cy="975360"/>
          </a:xfrm>
          <a:prstGeom prst="rect">
            <a:avLst/>
          </a:prstGeom>
          <a:noFill/>
          <a:ln/>
        </p:spPr>
        <p:txBody>
          <a:bodyPr wrap="square" lIns="0" tIns="0" rIns="0" bIns="0" rtlCol="0" anchor="ctr"/>
          <a:lstStyle/>
          <a:p>
            <a:pPr algn="ctr"/>
            <a:r>
              <a:rPr lang="en-US" sz="5333" b="1" dirty="0">
                <a:solidFill>
                  <a:srgbClr val="E8722A"/>
                </a:solidFill>
                <a:latin typeface="Calibri" pitchFamily="34" charset="0"/>
                <a:ea typeface="Calibri" pitchFamily="34" charset="-122"/>
                <a:cs typeface="Calibri" pitchFamily="34" charset="-120"/>
              </a:rPr>
              <a:t>NOW</a:t>
            </a:r>
            <a:endParaRPr lang="en-US" sz="5333" dirty="0"/>
          </a:p>
        </p:txBody>
      </p:sp>
      <p:sp>
        <p:nvSpPr>
          <p:cNvPr id="13" name="Text 11"/>
          <p:cNvSpPr/>
          <p:nvPr/>
        </p:nvSpPr>
        <p:spPr>
          <a:xfrm>
            <a:off x="4450080" y="3925824"/>
            <a:ext cx="3291840" cy="512064"/>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AI Agents in Production</a:t>
            </a:r>
            <a:endParaRPr lang="en-US" sz="1733" dirty="0"/>
          </a:p>
        </p:txBody>
      </p:sp>
      <p:sp>
        <p:nvSpPr>
          <p:cNvPr id="14" name="Text 12"/>
          <p:cNvSpPr/>
          <p:nvPr/>
        </p:nvSpPr>
        <p:spPr>
          <a:xfrm>
            <a:off x="4450080" y="4486656"/>
            <a:ext cx="3291840" cy="792480"/>
          </a:xfrm>
          <a:prstGeom prst="rect">
            <a:avLst/>
          </a:prstGeom>
          <a:noFill/>
          <a:ln/>
        </p:spPr>
        <p:txBody>
          <a:bodyPr wrap="square" lIns="67733" tIns="67733" rIns="67733" bIns="67733" rtlCol="0" anchor="t"/>
          <a:lstStyle/>
          <a:p>
            <a:pPr algn="ctr"/>
            <a:r>
              <a:rPr lang="en-US" sz="1467" dirty="0">
                <a:solidFill>
                  <a:srgbClr val="9985CC"/>
                </a:solidFill>
                <a:latin typeface="Calibri" pitchFamily="34" charset="0"/>
                <a:ea typeface="Calibri" pitchFamily="34" charset="-122"/>
                <a:cs typeface="Calibri" pitchFamily="34" charset="-120"/>
              </a:rPr>
              <a:t>Diagnosing and resolving in LIVE enterprise environments today</a:t>
            </a:r>
            <a:endParaRPr lang="en-US" sz="1467" dirty="0"/>
          </a:p>
        </p:txBody>
      </p:sp>
      <p:sp>
        <p:nvSpPr>
          <p:cNvPr id="15" name="Shape 13"/>
          <p:cNvSpPr/>
          <p:nvPr/>
        </p:nvSpPr>
        <p:spPr>
          <a:xfrm>
            <a:off x="8107680" y="2804160"/>
            <a:ext cx="3535680" cy="2560320"/>
          </a:xfrm>
          <a:prstGeom prst="rect">
            <a:avLst/>
          </a:prstGeom>
          <a:solidFill>
            <a:srgbClr val="2A1A7A"/>
          </a:solidFill>
          <a:ln w="12700">
            <a:solidFill>
              <a:srgbClr val="00B0F0"/>
            </a:solidFill>
            <a:prstDash val="solid"/>
          </a:ln>
        </p:spPr>
        <p:txBody>
          <a:bodyPr/>
          <a:lstStyle/>
          <a:p>
            <a:endParaRPr lang="en-US"/>
          </a:p>
        </p:txBody>
      </p:sp>
      <p:sp>
        <p:nvSpPr>
          <p:cNvPr id="16" name="Shape 14"/>
          <p:cNvSpPr/>
          <p:nvPr/>
        </p:nvSpPr>
        <p:spPr>
          <a:xfrm>
            <a:off x="8107680" y="2804160"/>
            <a:ext cx="3535680" cy="60960"/>
          </a:xfrm>
          <a:prstGeom prst="rect">
            <a:avLst/>
          </a:prstGeom>
          <a:solidFill>
            <a:srgbClr val="00B0F0"/>
          </a:solidFill>
          <a:ln w="12700">
            <a:solidFill>
              <a:srgbClr val="00B0F0"/>
            </a:solidFill>
            <a:prstDash val="solid"/>
          </a:ln>
        </p:spPr>
        <p:txBody>
          <a:bodyPr/>
          <a:lstStyle/>
          <a:p>
            <a:endParaRPr lang="en-US"/>
          </a:p>
        </p:txBody>
      </p:sp>
      <p:sp>
        <p:nvSpPr>
          <p:cNvPr id="17" name="Text 15"/>
          <p:cNvSpPr/>
          <p:nvPr/>
        </p:nvSpPr>
        <p:spPr>
          <a:xfrm>
            <a:off x="8229600" y="2926080"/>
            <a:ext cx="3291840" cy="975360"/>
          </a:xfrm>
          <a:prstGeom prst="rect">
            <a:avLst/>
          </a:prstGeom>
          <a:noFill/>
          <a:ln/>
        </p:spPr>
        <p:txBody>
          <a:bodyPr wrap="square" lIns="0" tIns="0" rIns="0" bIns="0" rtlCol="0" anchor="ctr"/>
          <a:lstStyle/>
          <a:p>
            <a:pPr algn="ctr"/>
            <a:r>
              <a:rPr lang="en-US" sz="5333" b="1" dirty="0">
                <a:solidFill>
                  <a:srgbClr val="E8722A"/>
                </a:solidFill>
                <a:latin typeface="Calibri" pitchFamily="34" charset="0"/>
                <a:cs typeface="Calibri" pitchFamily="34" charset="-120"/>
              </a:rPr>
              <a:t>Deep</a:t>
            </a:r>
            <a:endParaRPr lang="en-US" sz="5333" dirty="0"/>
          </a:p>
        </p:txBody>
      </p:sp>
      <p:sp>
        <p:nvSpPr>
          <p:cNvPr id="18" name="Text 16"/>
          <p:cNvSpPr/>
          <p:nvPr/>
        </p:nvSpPr>
        <p:spPr>
          <a:xfrm>
            <a:off x="8229600" y="3925824"/>
            <a:ext cx="3291840" cy="512064"/>
          </a:xfrm>
          <a:prstGeom prst="rect">
            <a:avLst/>
          </a:prstGeom>
          <a:noFill/>
          <a:ln/>
        </p:spPr>
        <p:txBody>
          <a:bodyPr wrap="square" lIns="0" tIns="0" rIns="0" bIns="0" rtlCol="0" anchor="ctr"/>
          <a:lstStyle/>
          <a:p>
            <a:pPr algn="ctr"/>
            <a:r>
              <a:rPr lang="en-US" sz="1733" b="1" dirty="0">
                <a:solidFill>
                  <a:srgbClr val="FFFFFF"/>
                </a:solidFill>
                <a:latin typeface="Calibri" pitchFamily="34" charset="0"/>
                <a:ea typeface="Calibri" pitchFamily="34" charset="-122"/>
                <a:cs typeface="Calibri" pitchFamily="34" charset="-120"/>
              </a:rPr>
              <a:t>Network Expertise</a:t>
            </a:r>
            <a:endParaRPr lang="en-US" sz="1733" dirty="0"/>
          </a:p>
        </p:txBody>
      </p:sp>
      <p:sp>
        <p:nvSpPr>
          <p:cNvPr id="19" name="Text 17"/>
          <p:cNvSpPr/>
          <p:nvPr/>
        </p:nvSpPr>
        <p:spPr>
          <a:xfrm>
            <a:off x="8229600" y="4486656"/>
            <a:ext cx="3291840" cy="792480"/>
          </a:xfrm>
          <a:prstGeom prst="rect">
            <a:avLst/>
          </a:prstGeom>
          <a:noFill/>
          <a:ln/>
        </p:spPr>
        <p:txBody>
          <a:bodyPr wrap="square" lIns="67733" tIns="67733" rIns="67733" bIns="67733" rtlCol="0" anchor="t"/>
          <a:lstStyle/>
          <a:p>
            <a:pPr algn="ctr"/>
            <a:r>
              <a:rPr lang="en-US" sz="1467" dirty="0">
                <a:solidFill>
                  <a:srgbClr val="9985CC"/>
                </a:solidFill>
                <a:latin typeface="Calibri" pitchFamily="34" charset="0"/>
                <a:ea typeface="Calibri" pitchFamily="34" charset="-122"/>
                <a:cs typeface="Calibri" pitchFamily="34" charset="-120"/>
              </a:rPr>
              <a:t>Built for enterprise networks from the ground up</a:t>
            </a:r>
            <a:endParaRPr lang="en-US" sz="1467" dirty="0"/>
          </a:p>
        </p:txBody>
      </p:sp>
      <p:sp>
        <p:nvSpPr>
          <p:cNvPr id="20" name="Text 18"/>
          <p:cNvSpPr/>
          <p:nvPr/>
        </p:nvSpPr>
        <p:spPr>
          <a:xfrm>
            <a:off x="111760" y="5608320"/>
            <a:ext cx="9260840" cy="792480"/>
          </a:xfrm>
          <a:prstGeom prst="rect">
            <a:avLst/>
          </a:prstGeom>
          <a:noFill/>
          <a:ln/>
        </p:spPr>
        <p:txBody>
          <a:bodyPr wrap="square" lIns="0" tIns="0" rIns="0" bIns="0" rtlCol="0" anchor="ctr"/>
          <a:lstStyle/>
          <a:p>
            <a:pPr algn="ctr"/>
            <a:r>
              <a:rPr lang="en-US" sz="2267" i="1" dirty="0">
                <a:solidFill>
                  <a:schemeClr val="bg1"/>
                </a:solidFill>
                <a:latin typeface="Calibri" pitchFamily="34" charset="0"/>
                <a:ea typeface="Calibri" pitchFamily="34" charset="-122"/>
                <a:cs typeface="Calibri" pitchFamily="34" charset="-120"/>
              </a:rPr>
              <a:t>I work with network operations teams every day. Let’s talk about what I hear.</a:t>
            </a:r>
            <a:endParaRPr lang="en-US" sz="2267" dirty="0">
              <a:solidFill>
                <a:schemeClr val="bg1"/>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dissolve">
                                      <p:cBhvr>
                                        <p:cTn id="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97536"/>
          </a:xfrm>
          <a:prstGeom prst="rect">
            <a:avLst/>
          </a:prstGeom>
          <a:solidFill>
            <a:srgbClr val="1E1060"/>
          </a:solidFill>
          <a:ln w="12700">
            <a:solidFill>
              <a:srgbClr val="1E1060"/>
            </a:solidFill>
            <a:prstDash val="solid"/>
          </a:ln>
        </p:spPr>
        <p:txBody>
          <a:bodyPr/>
          <a:lstStyle/>
          <a:p>
            <a:endParaRPr lang="en-US" sz="2400"/>
          </a:p>
        </p:txBody>
      </p:sp>
      <p:grpSp>
        <p:nvGrpSpPr>
          <p:cNvPr id="11" name="Group 10">
            <a:extLst>
              <a:ext uri="{FF2B5EF4-FFF2-40B4-BE49-F238E27FC236}">
                <a16:creationId xmlns:a16="http://schemas.microsoft.com/office/drawing/2014/main" id="{ECDDC453-FC90-C244-8A9F-9A09E217C31D}"/>
              </a:ext>
            </a:extLst>
          </p:cNvPr>
          <p:cNvGrpSpPr/>
          <p:nvPr/>
        </p:nvGrpSpPr>
        <p:grpSpPr>
          <a:xfrm>
            <a:off x="609600" y="731520"/>
            <a:ext cx="10972800" cy="1828800"/>
            <a:chOff x="609600" y="731520"/>
            <a:chExt cx="10972800" cy="1828800"/>
          </a:xfrm>
        </p:grpSpPr>
        <p:sp>
          <p:nvSpPr>
            <p:cNvPr id="3" name="Shape 1"/>
            <p:cNvSpPr/>
            <p:nvPr/>
          </p:nvSpPr>
          <p:spPr>
            <a:xfrm>
              <a:off x="609600" y="731520"/>
              <a:ext cx="10972800" cy="1828800"/>
            </a:xfrm>
            <a:prstGeom prst="round2DiagRect">
              <a:avLst/>
            </a:prstGeom>
            <a:solidFill>
              <a:schemeClr val="accent1"/>
            </a:solidFill>
            <a:ln w="12700">
              <a:solidFill>
                <a:srgbClr val="EDE9F9"/>
              </a:solidFill>
              <a:prstDash val="solid"/>
            </a:ln>
            <a:effectLst>
              <a:outerShdw blurRad="76200" dist="25400" dir="8100000" algn="bl" rotWithShape="0">
                <a:srgbClr val="000000">
                  <a:alpha val="8000"/>
                </a:srgbClr>
              </a:outerShdw>
            </a:effectLst>
          </p:spPr>
          <p:txBody>
            <a:bodyPr/>
            <a:lstStyle/>
            <a:p>
              <a:endParaRPr lang="en-US" sz="2400" dirty="0"/>
            </a:p>
          </p:txBody>
        </p:sp>
        <p:sp>
          <p:nvSpPr>
            <p:cNvPr id="4" name="Text 2"/>
            <p:cNvSpPr/>
            <p:nvPr/>
          </p:nvSpPr>
          <p:spPr>
            <a:xfrm>
              <a:off x="853440" y="914400"/>
              <a:ext cx="10485120" cy="1341120"/>
            </a:xfrm>
            <a:prstGeom prst="round2DiagRect">
              <a:avLst/>
            </a:prstGeom>
            <a:noFill/>
            <a:ln/>
          </p:spPr>
          <p:txBody>
            <a:bodyPr wrap="square" lIns="135467" tIns="135467" rIns="135467" bIns="135467" rtlCol="0" anchor="ctr"/>
            <a:lstStyle/>
            <a:p>
              <a:pPr algn="ctr"/>
              <a:r>
                <a:rPr lang="en-US" sz="2933" b="1" dirty="0">
                  <a:solidFill>
                    <a:srgbClr val="1A1A2E"/>
                  </a:solidFill>
                  <a:latin typeface="Calibri" pitchFamily="34" charset="0"/>
                  <a:ea typeface="Calibri" pitchFamily="34" charset="-122"/>
                  <a:cs typeface="Calibri" pitchFamily="34" charset="-120"/>
                </a:rPr>
                <a:t>How many of you have some form of automation running today?</a:t>
              </a:r>
              <a:endParaRPr lang="en-US" sz="2933" dirty="0"/>
            </a:p>
          </p:txBody>
        </p:sp>
      </p:grpSp>
      <p:grpSp>
        <p:nvGrpSpPr>
          <p:cNvPr id="12" name="Group 11">
            <a:extLst>
              <a:ext uri="{FF2B5EF4-FFF2-40B4-BE49-F238E27FC236}">
                <a16:creationId xmlns:a16="http://schemas.microsoft.com/office/drawing/2014/main" id="{26D2F1DD-BBFE-BC96-BD26-0247418F8F9C}"/>
              </a:ext>
            </a:extLst>
          </p:cNvPr>
          <p:cNvGrpSpPr/>
          <p:nvPr/>
        </p:nvGrpSpPr>
        <p:grpSpPr>
          <a:xfrm>
            <a:off x="609600" y="3291840"/>
            <a:ext cx="10972800" cy="1950720"/>
            <a:chOff x="609600" y="3291840"/>
            <a:chExt cx="10972800" cy="1950720"/>
          </a:xfrm>
        </p:grpSpPr>
        <p:sp>
          <p:nvSpPr>
            <p:cNvPr id="6" name="Shape 4"/>
            <p:cNvSpPr/>
            <p:nvPr/>
          </p:nvSpPr>
          <p:spPr>
            <a:xfrm>
              <a:off x="609600" y="3291840"/>
              <a:ext cx="10972800" cy="1950720"/>
            </a:xfrm>
            <a:prstGeom prst="round2DiagRect">
              <a:avLst/>
            </a:prstGeom>
            <a:solidFill>
              <a:schemeClr val="accent1"/>
            </a:solidFill>
            <a:ln w="12700">
              <a:solidFill>
                <a:schemeClr val="bg1"/>
              </a:solidFill>
              <a:prstDash val="solid"/>
            </a:ln>
            <a:effectLst>
              <a:outerShdw blurRad="76200" dist="25400" dir="8100000" algn="bl" rotWithShape="0">
                <a:srgbClr val="000000">
                  <a:alpha val="12000"/>
                </a:srgbClr>
              </a:outerShdw>
            </a:effectLst>
          </p:spPr>
          <p:txBody>
            <a:bodyPr/>
            <a:lstStyle/>
            <a:p>
              <a:endParaRPr lang="en-US" sz="2400"/>
            </a:p>
          </p:txBody>
        </p:sp>
        <p:sp>
          <p:nvSpPr>
            <p:cNvPr id="7" name="Text 5"/>
            <p:cNvSpPr/>
            <p:nvPr/>
          </p:nvSpPr>
          <p:spPr>
            <a:xfrm>
              <a:off x="853440" y="3413760"/>
              <a:ext cx="10485120" cy="1584960"/>
            </a:xfrm>
            <a:prstGeom prst="round2DiagRect">
              <a:avLst/>
            </a:prstGeom>
            <a:noFill/>
            <a:ln/>
          </p:spPr>
          <p:txBody>
            <a:bodyPr wrap="square" lIns="135467" tIns="135467" rIns="135467" bIns="135467" rtlCol="0" anchor="ctr"/>
            <a:lstStyle/>
            <a:p>
              <a:pPr algn="ctr"/>
              <a:r>
                <a:rPr lang="en-US" sz="2933" b="1" dirty="0">
                  <a:solidFill>
                    <a:schemeClr val="bg1">
                      <a:lumMod val="85000"/>
                    </a:schemeClr>
                  </a:solidFill>
                  <a:latin typeface="Calibri" pitchFamily="34" charset="0"/>
                  <a:ea typeface="Calibri" pitchFamily="34" charset="-122"/>
                  <a:cs typeface="Calibri" pitchFamily="34" charset="-120"/>
                </a:rPr>
                <a:t>How many of you still have your best engineers triaging the same incidents they were two years ago?</a:t>
              </a:r>
              <a:endParaRPr lang="en-US" sz="2933" dirty="0">
                <a:solidFill>
                  <a:schemeClr val="bg1">
                    <a:lumMod val="85000"/>
                  </a:schemeClr>
                </a:solidFil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dissolv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dissolv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97536"/>
          </a:xfrm>
          <a:prstGeom prst="rect">
            <a:avLst/>
          </a:prstGeom>
          <a:solidFill>
            <a:srgbClr val="1E1060"/>
          </a:solidFill>
          <a:ln w="12700">
            <a:solidFill>
              <a:srgbClr val="1E1060"/>
            </a:solidFill>
            <a:prstDash val="solid"/>
          </a:ln>
        </p:spPr>
        <p:txBody>
          <a:bodyPr/>
          <a:lstStyle/>
          <a:p>
            <a:endParaRPr lang="en-US" sz="2400"/>
          </a:p>
        </p:txBody>
      </p:sp>
      <p:sp>
        <p:nvSpPr>
          <p:cNvPr id="3" name="Text 1"/>
          <p:cNvSpPr/>
          <p:nvPr/>
        </p:nvSpPr>
        <p:spPr>
          <a:xfrm>
            <a:off x="609600" y="365760"/>
            <a:ext cx="10972800" cy="792480"/>
          </a:xfrm>
          <a:prstGeom prst="rect">
            <a:avLst/>
          </a:prstGeom>
          <a:noFill/>
          <a:ln/>
        </p:spPr>
        <p:txBody>
          <a:bodyPr wrap="square" lIns="0" tIns="0" rIns="0" bIns="0" rtlCol="0" anchor="ctr"/>
          <a:lstStyle/>
          <a:p>
            <a:r>
              <a:rPr lang="en-US" sz="4000" b="1" dirty="0">
                <a:solidFill>
                  <a:schemeClr val="bg1"/>
                </a:solidFill>
                <a:latin typeface="Calibri" pitchFamily="34" charset="0"/>
                <a:ea typeface="Calibri" pitchFamily="34" charset="-122"/>
                <a:cs typeface="Calibri" pitchFamily="34" charset="-120"/>
              </a:rPr>
              <a:t>Every Team Tells the Same Story</a:t>
            </a:r>
            <a:endParaRPr lang="en-US" sz="4000" dirty="0">
              <a:solidFill>
                <a:schemeClr val="bg1"/>
              </a:solidFill>
            </a:endParaRPr>
          </a:p>
        </p:txBody>
      </p:sp>
      <p:grpSp>
        <p:nvGrpSpPr>
          <p:cNvPr id="13" name="Group 12">
            <a:extLst>
              <a:ext uri="{FF2B5EF4-FFF2-40B4-BE49-F238E27FC236}">
                <a16:creationId xmlns:a16="http://schemas.microsoft.com/office/drawing/2014/main" id="{4A64DE1B-59BB-6A2C-17E6-0823528BE69D}"/>
              </a:ext>
            </a:extLst>
          </p:cNvPr>
          <p:cNvGrpSpPr/>
          <p:nvPr/>
        </p:nvGrpSpPr>
        <p:grpSpPr>
          <a:xfrm>
            <a:off x="975160" y="1359283"/>
            <a:ext cx="10972801" cy="1219200"/>
            <a:chOff x="609600" y="1341120"/>
            <a:chExt cx="11767085" cy="1219200"/>
          </a:xfrm>
        </p:grpSpPr>
        <p:sp>
          <p:nvSpPr>
            <p:cNvPr id="4" name="Shape 2"/>
            <p:cNvSpPr/>
            <p:nvPr/>
          </p:nvSpPr>
          <p:spPr>
            <a:xfrm>
              <a:off x="609600" y="1341120"/>
              <a:ext cx="10972800" cy="1219200"/>
            </a:xfrm>
            <a:prstGeom prst="downArrowCallout">
              <a:avLst/>
            </a:prstGeom>
            <a:gradFill>
              <a:gsLst>
                <a:gs pos="19000">
                  <a:schemeClr val="accent1"/>
                </a:gs>
                <a:gs pos="77000">
                  <a:schemeClr val="tx2"/>
                </a:gs>
                <a:gs pos="100000">
                  <a:schemeClr val="tx1"/>
                </a:gs>
              </a:gsLst>
              <a:lin ang="5400000" scaled="1"/>
            </a:gradFill>
            <a:ln w="12700">
              <a:solidFill>
                <a:srgbClr val="EDE9F9"/>
              </a:solidFill>
              <a:prstDash val="solid"/>
            </a:ln>
            <a:effectLst>
              <a:outerShdw blurRad="50800" dist="25400" dir="8100000" algn="bl" rotWithShape="0">
                <a:srgbClr val="000000">
                  <a:alpha val="7000"/>
                </a:srgbClr>
              </a:outerShdw>
            </a:effectLst>
          </p:spPr>
          <p:txBody>
            <a:bodyPr/>
            <a:lstStyle/>
            <a:p>
              <a:endParaRPr lang="en-US" sz="2400"/>
            </a:p>
          </p:txBody>
        </p:sp>
        <p:sp>
          <p:nvSpPr>
            <p:cNvPr id="7" name="Text 5"/>
            <p:cNvSpPr/>
            <p:nvPr/>
          </p:nvSpPr>
          <p:spPr>
            <a:xfrm>
              <a:off x="981485" y="1439031"/>
              <a:ext cx="11395200" cy="557158"/>
            </a:xfrm>
            <a:prstGeom prst="rect">
              <a:avLst/>
            </a:prstGeom>
            <a:noFill/>
            <a:ln/>
          </p:spPr>
          <p:txBody>
            <a:bodyPr wrap="square" lIns="135467" tIns="135467" rIns="135467" bIns="135467" rtlCol="0" anchor="ctr"/>
            <a:lstStyle/>
            <a:p>
              <a:r>
                <a:rPr lang="en-US" sz="2267" i="1" dirty="0">
                  <a:solidFill>
                    <a:schemeClr val="bg1"/>
                  </a:solidFill>
                  <a:latin typeface="Calibri" pitchFamily="34" charset="0"/>
                  <a:ea typeface="Calibri" pitchFamily="34" charset="-122"/>
                  <a:cs typeface="Calibri" pitchFamily="34" charset="-120"/>
                </a:rPr>
                <a:t>"We built the runbooks. Then, when the house is on fire, few, if any, run them."</a:t>
              </a:r>
              <a:endParaRPr lang="en-US" sz="2267" dirty="0">
                <a:solidFill>
                  <a:schemeClr val="bg1"/>
                </a:solidFill>
              </a:endParaRPr>
            </a:p>
          </p:txBody>
        </p:sp>
      </p:grpSp>
      <p:grpSp>
        <p:nvGrpSpPr>
          <p:cNvPr id="15" name="Group 14">
            <a:extLst>
              <a:ext uri="{FF2B5EF4-FFF2-40B4-BE49-F238E27FC236}">
                <a16:creationId xmlns:a16="http://schemas.microsoft.com/office/drawing/2014/main" id="{096F2095-1669-060B-9A71-BCEA01F566D4}"/>
              </a:ext>
            </a:extLst>
          </p:cNvPr>
          <p:cNvGrpSpPr/>
          <p:nvPr/>
        </p:nvGrpSpPr>
        <p:grpSpPr>
          <a:xfrm>
            <a:off x="1320238" y="4395591"/>
            <a:ext cx="10111941" cy="1219200"/>
            <a:chOff x="2301344" y="4389120"/>
            <a:chExt cx="8022744" cy="1219200"/>
          </a:xfrm>
        </p:grpSpPr>
        <p:sp>
          <p:nvSpPr>
            <p:cNvPr id="8" name="Shape 6"/>
            <p:cNvSpPr/>
            <p:nvPr/>
          </p:nvSpPr>
          <p:spPr>
            <a:xfrm>
              <a:off x="2301344" y="4389120"/>
              <a:ext cx="7589310" cy="1219200"/>
            </a:xfrm>
            <a:prstGeom prst="downArrowCallout">
              <a:avLst/>
            </a:prstGeom>
            <a:gradFill>
              <a:gsLst>
                <a:gs pos="28000">
                  <a:schemeClr val="accent1"/>
                </a:gs>
                <a:gs pos="87000">
                  <a:srgbClr val="230B54"/>
                </a:gs>
                <a:gs pos="100000">
                  <a:schemeClr val="tx1"/>
                </a:gs>
              </a:gsLst>
              <a:lin ang="5400000" scaled="1"/>
            </a:gradFill>
            <a:ln w="12700">
              <a:solidFill>
                <a:schemeClr val="bg1"/>
              </a:solidFill>
              <a:prstDash val="solid"/>
            </a:ln>
            <a:effectLst>
              <a:outerShdw blurRad="50800" dist="25400" dir="8100000" algn="bl" rotWithShape="0">
                <a:srgbClr val="000000">
                  <a:alpha val="7000"/>
                </a:srgbClr>
              </a:outerShdw>
            </a:effectLst>
          </p:spPr>
          <p:txBody>
            <a:bodyPr/>
            <a:lstStyle/>
            <a:p>
              <a:endParaRPr lang="en-US" sz="2400"/>
            </a:p>
          </p:txBody>
        </p:sp>
        <p:sp>
          <p:nvSpPr>
            <p:cNvPr id="9" name="Text 7"/>
            <p:cNvSpPr/>
            <p:nvPr/>
          </p:nvSpPr>
          <p:spPr>
            <a:xfrm>
              <a:off x="2436781" y="4487408"/>
              <a:ext cx="7887307" cy="536281"/>
            </a:xfrm>
            <a:prstGeom prst="rect">
              <a:avLst/>
            </a:prstGeom>
            <a:noFill/>
            <a:ln/>
          </p:spPr>
          <p:txBody>
            <a:bodyPr wrap="square" lIns="135467" tIns="135467" rIns="135467" bIns="135467" rtlCol="0" anchor="ctr"/>
            <a:lstStyle/>
            <a:p>
              <a:r>
                <a:rPr lang="en-US" sz="2267" i="1" dirty="0">
                  <a:solidFill>
                    <a:srgbClr val="FFFFFF"/>
                  </a:solidFill>
                  <a:latin typeface="Calibri" pitchFamily="34" charset="0"/>
                  <a:ea typeface="Calibri" pitchFamily="34" charset="-122"/>
                  <a:cs typeface="Calibri" pitchFamily="34" charset="-120"/>
                </a:rPr>
                <a:t>"We want to leverage AI. But we're not sure where it fits or how to trust it."</a:t>
              </a:r>
              <a:endParaRPr lang="en-US" sz="2267" dirty="0"/>
            </a:p>
          </p:txBody>
        </p:sp>
      </p:grpSp>
      <p:sp>
        <p:nvSpPr>
          <p:cNvPr id="10" name="Text 8"/>
          <p:cNvSpPr/>
          <p:nvPr/>
        </p:nvSpPr>
        <p:spPr>
          <a:xfrm>
            <a:off x="1593270" y="5608320"/>
            <a:ext cx="9005455" cy="792480"/>
          </a:xfrm>
          <a:prstGeom prst="rect">
            <a:avLst/>
          </a:prstGeom>
          <a:noFill/>
          <a:ln/>
        </p:spPr>
        <p:txBody>
          <a:bodyPr wrap="square" rtlCol="0" anchor="ctr"/>
          <a:lstStyle/>
          <a:p>
            <a:pPr algn="ctr"/>
            <a:r>
              <a:rPr lang="en-US" sz="1867" i="1" dirty="0">
                <a:solidFill>
                  <a:schemeClr val="accent4"/>
                </a:solidFill>
                <a:latin typeface="Calibri" pitchFamily="34" charset="0"/>
                <a:ea typeface="Calibri" pitchFamily="34" charset="-122"/>
                <a:cs typeface="Calibri" pitchFamily="34" charset="-120"/>
              </a:rPr>
              <a:t>Every one of these is a symptom of the same problem. The industry just hasn't named it. Until Now.</a:t>
            </a:r>
            <a:endParaRPr lang="en-US" sz="1867" dirty="0">
              <a:solidFill>
                <a:schemeClr val="accent4"/>
              </a:solidFill>
            </a:endParaRPr>
          </a:p>
        </p:txBody>
      </p:sp>
      <p:grpSp>
        <p:nvGrpSpPr>
          <p:cNvPr id="14" name="Group 13">
            <a:extLst>
              <a:ext uri="{FF2B5EF4-FFF2-40B4-BE49-F238E27FC236}">
                <a16:creationId xmlns:a16="http://schemas.microsoft.com/office/drawing/2014/main" id="{C923E7B3-1F34-D8AB-1415-3050C60BDE38}"/>
              </a:ext>
            </a:extLst>
          </p:cNvPr>
          <p:cNvGrpSpPr/>
          <p:nvPr/>
        </p:nvGrpSpPr>
        <p:grpSpPr>
          <a:xfrm>
            <a:off x="2247914" y="2887311"/>
            <a:ext cx="7686621" cy="1219200"/>
            <a:chOff x="1313144" y="2877437"/>
            <a:chExt cx="9565710" cy="1219200"/>
          </a:xfrm>
        </p:grpSpPr>
        <p:sp>
          <p:nvSpPr>
            <p:cNvPr id="6" name="Shape 4"/>
            <p:cNvSpPr/>
            <p:nvPr/>
          </p:nvSpPr>
          <p:spPr>
            <a:xfrm>
              <a:off x="1313144" y="2877437"/>
              <a:ext cx="9565710" cy="1219200"/>
            </a:xfrm>
            <a:prstGeom prst="downArrowCallout">
              <a:avLst/>
            </a:prstGeom>
            <a:gradFill>
              <a:gsLst>
                <a:gs pos="19000">
                  <a:schemeClr val="accent1"/>
                </a:gs>
                <a:gs pos="77000">
                  <a:schemeClr val="tx2"/>
                </a:gs>
                <a:gs pos="100000">
                  <a:schemeClr val="tx1"/>
                </a:gs>
              </a:gsLst>
              <a:lin ang="5400000" scaled="1"/>
            </a:gradFill>
            <a:ln w="12700">
              <a:solidFill>
                <a:srgbClr val="EDE9F9"/>
              </a:solidFill>
              <a:prstDash val="solid"/>
            </a:ln>
            <a:effectLst>
              <a:outerShdw blurRad="50800" dist="25400" dir="8100000" algn="bl" rotWithShape="0">
                <a:srgbClr val="000000">
                  <a:alpha val="7000"/>
                </a:srgbClr>
              </a:outerShdw>
            </a:effectLst>
          </p:spPr>
          <p:txBody>
            <a:bodyPr/>
            <a:lstStyle/>
            <a:p>
              <a:endParaRPr lang="en-US" sz="2400"/>
            </a:p>
          </p:txBody>
        </p:sp>
        <p:sp>
          <p:nvSpPr>
            <p:cNvPr id="5" name="Text 3"/>
            <p:cNvSpPr/>
            <p:nvPr/>
          </p:nvSpPr>
          <p:spPr>
            <a:xfrm>
              <a:off x="1929510" y="2975348"/>
              <a:ext cx="8088574" cy="578034"/>
            </a:xfrm>
            <a:prstGeom prst="rect">
              <a:avLst/>
            </a:prstGeom>
            <a:noFill/>
            <a:ln/>
          </p:spPr>
          <p:txBody>
            <a:bodyPr wrap="square" lIns="135467" tIns="135467" rIns="135467" bIns="135467" rtlCol="0" anchor="ctr"/>
            <a:lstStyle/>
            <a:p>
              <a:r>
                <a:rPr lang="en-US" sz="2267" i="1" dirty="0">
                  <a:solidFill>
                    <a:schemeClr val="bg1"/>
                  </a:solidFill>
                  <a:latin typeface="Calibri" pitchFamily="34" charset="0"/>
                  <a:ea typeface="Calibri" pitchFamily="34" charset="-122"/>
                  <a:cs typeface="Calibri" pitchFamily="34" charset="-120"/>
                </a:rPr>
                <a:t>"We have dashboards. Yet alerts are seen as noise."</a:t>
              </a:r>
              <a:endParaRPr lang="en-US" sz="2267" dirty="0">
                <a:solidFill>
                  <a:schemeClr val="bg1"/>
                </a:solidFil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anim calcmode="lin" valueType="num">
                                      <p:cBhvr additive="base">
                                        <p:cTn id="19" dur="500" fill="hold"/>
                                        <p:tgtEl>
                                          <p:spTgt spid="15"/>
                                        </p:tgtEl>
                                        <p:attrNameLst>
                                          <p:attrName>ppt_x</p:attrName>
                                        </p:attrNameLst>
                                      </p:cBhvr>
                                      <p:tavLst>
                                        <p:tav tm="0">
                                          <p:val>
                                            <p:strVal val="#ppt_x"/>
                                          </p:val>
                                        </p:tav>
                                        <p:tav tm="100000">
                                          <p:val>
                                            <p:strVal val="#ppt_x"/>
                                          </p:val>
                                        </p:tav>
                                      </p:tavLst>
                                    </p:anim>
                                    <p:anim calcmode="lin" valueType="num">
                                      <p:cBhvr additive="base">
                                        <p:cTn id="20"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dissolve">
                                      <p:cBhvr>
                                        <p:cTn id="25"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304800"/>
            <a:ext cx="10972800" cy="731520"/>
          </a:xfrm>
          <a:prstGeom prst="rect">
            <a:avLst/>
          </a:prstGeom>
          <a:noFill/>
          <a:ln/>
        </p:spPr>
        <p:txBody>
          <a:bodyPr wrap="square" lIns="0" tIns="0" rIns="0" bIns="0" rtlCol="0" anchor="ctr"/>
          <a:lstStyle/>
          <a:p>
            <a:r>
              <a:rPr lang="en-US" sz="3733" b="1" dirty="0">
                <a:solidFill>
                  <a:srgbClr val="FFFFFF"/>
                </a:solidFill>
                <a:latin typeface="Calibri" pitchFamily="34" charset="0"/>
                <a:ea typeface="Calibri" pitchFamily="34" charset="-122"/>
                <a:cs typeface="Calibri" pitchFamily="34" charset="-120"/>
              </a:rPr>
              <a:t>Agentic NetOps Adoption</a:t>
            </a:r>
            <a:endParaRPr lang="en-US" sz="3733" dirty="0"/>
          </a:p>
        </p:txBody>
      </p:sp>
      <p:sp>
        <p:nvSpPr>
          <p:cNvPr id="3" name="Text 1"/>
          <p:cNvSpPr/>
          <p:nvPr/>
        </p:nvSpPr>
        <p:spPr>
          <a:xfrm>
            <a:off x="609600" y="999744"/>
            <a:ext cx="10972800" cy="487680"/>
          </a:xfrm>
          <a:prstGeom prst="rect">
            <a:avLst/>
          </a:prstGeom>
          <a:noFill/>
          <a:ln/>
        </p:spPr>
        <p:txBody>
          <a:bodyPr wrap="square" lIns="0" tIns="0" rIns="0" bIns="0" rtlCol="0" anchor="ctr"/>
          <a:lstStyle/>
          <a:p>
            <a:r>
              <a:rPr lang="en-US" sz="2000" i="1" dirty="0">
                <a:solidFill>
                  <a:srgbClr val="C4B8E8"/>
                </a:solidFill>
                <a:latin typeface="Calibri"/>
                <a:ea typeface="Calibri"/>
                <a:cs typeface="Calibri"/>
              </a:rPr>
              <a:t>Where does your team </a:t>
            </a:r>
            <a:r>
              <a:rPr lang="en-US" sz="2000" i="1">
                <a:solidFill>
                  <a:srgbClr val="C4B8E8"/>
                </a:solidFill>
                <a:latin typeface="Calibri"/>
                <a:ea typeface="Calibri"/>
                <a:cs typeface="Calibri"/>
              </a:rPr>
              <a:t>operate</a:t>
            </a:r>
            <a:r>
              <a:rPr lang="en-US" sz="2000" i="1" dirty="0">
                <a:solidFill>
                  <a:srgbClr val="C4B8E8"/>
                </a:solidFill>
                <a:latin typeface="Calibri"/>
                <a:ea typeface="Calibri"/>
                <a:cs typeface="Calibri"/>
              </a:rPr>
              <a:t> today?</a:t>
            </a:r>
            <a:endParaRPr lang="en-US" sz="2000" dirty="0">
              <a:latin typeface="Calibri"/>
              <a:ea typeface="Calibri"/>
              <a:cs typeface="Calibri"/>
            </a:endParaRPr>
          </a:p>
        </p:txBody>
      </p:sp>
      <p:sp>
        <p:nvSpPr>
          <p:cNvPr id="4" name="Shape 2"/>
          <p:cNvSpPr/>
          <p:nvPr/>
        </p:nvSpPr>
        <p:spPr>
          <a:xfrm>
            <a:off x="365760" y="1706879"/>
            <a:ext cx="2743200" cy="3365183"/>
          </a:xfrm>
          <a:prstGeom prst="rect">
            <a:avLst/>
          </a:prstGeom>
          <a:solidFill>
            <a:schemeClr val="accent1"/>
          </a:solidFill>
          <a:ln w="12700">
            <a:solidFill>
              <a:srgbClr val="3D2A9E"/>
            </a:solidFill>
            <a:prstDash val="solid"/>
          </a:ln>
          <a:effectLst>
            <a:outerShdw blurRad="101600" dist="38100" dir="8100000" algn="bl" rotWithShape="0">
              <a:srgbClr val="000000">
                <a:alpha val="20000"/>
              </a:srgbClr>
            </a:outerShdw>
          </a:effectLst>
        </p:spPr>
        <p:txBody>
          <a:bodyPr/>
          <a:lstStyle/>
          <a:p>
            <a:endParaRPr lang="en-US" sz="2400"/>
          </a:p>
        </p:txBody>
      </p:sp>
      <p:sp>
        <p:nvSpPr>
          <p:cNvPr id="6" name="Text 4"/>
          <p:cNvSpPr/>
          <p:nvPr/>
        </p:nvSpPr>
        <p:spPr>
          <a:xfrm>
            <a:off x="1280160" y="1889760"/>
            <a:ext cx="914400" cy="914400"/>
          </a:xfrm>
          <a:prstGeom prst="rect">
            <a:avLst/>
          </a:prstGeom>
          <a:noFill/>
          <a:ln/>
        </p:spPr>
        <p:txBody>
          <a:bodyPr wrap="square" lIns="0" tIns="0" rIns="0" bIns="0" rtlCol="0" anchor="ctr"/>
          <a:lstStyle/>
          <a:p>
            <a:pPr algn="ctr"/>
            <a:endParaRPr lang="en-US" sz="2667" dirty="0"/>
          </a:p>
        </p:txBody>
      </p:sp>
      <p:sp>
        <p:nvSpPr>
          <p:cNvPr id="7" name="Text 5"/>
          <p:cNvSpPr/>
          <p:nvPr/>
        </p:nvSpPr>
        <p:spPr>
          <a:xfrm>
            <a:off x="487680" y="2987040"/>
            <a:ext cx="2499360" cy="609600"/>
          </a:xfrm>
          <a:prstGeom prst="rect">
            <a:avLst/>
          </a:prstGeom>
          <a:noFill/>
          <a:ln/>
        </p:spPr>
        <p:txBody>
          <a:bodyPr wrap="square" lIns="0" tIns="0" rIns="0" bIns="0" rtlCol="0" anchor="ctr"/>
          <a:lstStyle/>
          <a:p>
            <a:pPr algn="ctr"/>
            <a:r>
              <a:rPr lang="en-US" sz="2400" b="1" dirty="0">
                <a:solidFill>
                  <a:schemeClr val="bg1"/>
                </a:solidFill>
                <a:latin typeface="Calibri" pitchFamily="34" charset="0"/>
                <a:ea typeface="Calibri" pitchFamily="34" charset="-122"/>
                <a:cs typeface="Calibri" pitchFamily="34" charset="-120"/>
              </a:rPr>
              <a:t>Aware</a:t>
            </a:r>
            <a:endParaRPr lang="en-US" sz="2400" dirty="0">
              <a:solidFill>
                <a:schemeClr val="bg1"/>
              </a:solidFill>
            </a:endParaRPr>
          </a:p>
        </p:txBody>
      </p:sp>
      <p:sp>
        <p:nvSpPr>
          <p:cNvPr id="9" name="Shape 7"/>
          <p:cNvSpPr/>
          <p:nvPr/>
        </p:nvSpPr>
        <p:spPr>
          <a:xfrm>
            <a:off x="3291840" y="1706880"/>
            <a:ext cx="2743200" cy="3365182"/>
          </a:xfrm>
          <a:prstGeom prst="rect">
            <a:avLst/>
          </a:prstGeom>
          <a:solidFill>
            <a:schemeClr val="accent2"/>
          </a:solidFill>
          <a:ln w="12700">
            <a:solidFill>
              <a:srgbClr val="3D2A9E"/>
            </a:solidFill>
            <a:prstDash val="solid"/>
          </a:ln>
          <a:effectLst>
            <a:outerShdw blurRad="101600" dist="38100" dir="8100000" algn="bl" rotWithShape="0">
              <a:srgbClr val="000000">
                <a:alpha val="20000"/>
              </a:srgbClr>
            </a:outerShdw>
          </a:effectLst>
        </p:spPr>
        <p:txBody>
          <a:bodyPr/>
          <a:lstStyle/>
          <a:p>
            <a:endParaRPr lang="en-US" sz="2400" dirty="0"/>
          </a:p>
        </p:txBody>
      </p:sp>
      <p:sp>
        <p:nvSpPr>
          <p:cNvPr id="11" name="Text 9"/>
          <p:cNvSpPr/>
          <p:nvPr/>
        </p:nvSpPr>
        <p:spPr>
          <a:xfrm>
            <a:off x="4206240" y="1889760"/>
            <a:ext cx="914400" cy="914400"/>
          </a:xfrm>
          <a:prstGeom prst="rect">
            <a:avLst/>
          </a:prstGeom>
          <a:noFill/>
          <a:ln/>
        </p:spPr>
        <p:txBody>
          <a:bodyPr wrap="square" lIns="0" tIns="0" rIns="0" bIns="0" rtlCol="0" anchor="ctr"/>
          <a:lstStyle/>
          <a:p>
            <a:pPr algn="ctr"/>
            <a:endParaRPr lang="en-US" sz="2667" dirty="0"/>
          </a:p>
        </p:txBody>
      </p:sp>
      <p:sp>
        <p:nvSpPr>
          <p:cNvPr id="12" name="Text 10"/>
          <p:cNvSpPr/>
          <p:nvPr/>
        </p:nvSpPr>
        <p:spPr>
          <a:xfrm>
            <a:off x="3413760" y="2987040"/>
            <a:ext cx="2499360" cy="609600"/>
          </a:xfrm>
          <a:prstGeom prst="rect">
            <a:avLst/>
          </a:prstGeom>
          <a:noFill/>
          <a:ln/>
        </p:spPr>
        <p:txBody>
          <a:bodyPr wrap="square" lIns="0" tIns="0" rIns="0" bIns="0" rtlCol="0" anchor="ctr"/>
          <a:lstStyle/>
          <a:p>
            <a:pPr algn="ctr"/>
            <a:r>
              <a:rPr lang="en-US" sz="2400" b="1" dirty="0">
                <a:solidFill>
                  <a:schemeClr val="bg1"/>
                </a:solidFill>
                <a:latin typeface="Calibri" pitchFamily="34" charset="0"/>
                <a:ea typeface="Calibri" pitchFamily="34" charset="-122"/>
                <a:cs typeface="Calibri" pitchFamily="34" charset="-120"/>
              </a:rPr>
              <a:t>Enabled</a:t>
            </a:r>
            <a:endParaRPr lang="en-US" sz="2400" dirty="0">
              <a:solidFill>
                <a:schemeClr val="bg1"/>
              </a:solidFill>
            </a:endParaRPr>
          </a:p>
        </p:txBody>
      </p:sp>
      <p:sp>
        <p:nvSpPr>
          <p:cNvPr id="13" name="Text 11"/>
          <p:cNvSpPr/>
          <p:nvPr/>
        </p:nvSpPr>
        <p:spPr>
          <a:xfrm>
            <a:off x="3413760" y="3657600"/>
            <a:ext cx="2499360" cy="1013082"/>
          </a:xfrm>
          <a:prstGeom prst="rect">
            <a:avLst/>
          </a:prstGeom>
          <a:noFill/>
          <a:ln/>
        </p:spPr>
        <p:txBody>
          <a:bodyPr wrap="square" lIns="67733" tIns="67733" rIns="67733" bIns="67733" rtlCol="0" anchor="t"/>
          <a:lstStyle/>
          <a:p>
            <a:pPr marL="285750" indent="-285750">
              <a:buFont typeface="Arial" panose="020B0604020202020204" pitchFamily="34" charset="0"/>
              <a:buChar char="•"/>
            </a:pPr>
            <a:r>
              <a:rPr lang="en-US" sz="1600" dirty="0">
                <a:solidFill>
                  <a:schemeClr val="bg1"/>
                </a:solidFill>
                <a:latin typeface="Calibri" pitchFamily="34" charset="0"/>
                <a:ea typeface="Calibri" pitchFamily="34" charset="-122"/>
                <a:cs typeface="Calibri" pitchFamily="34" charset="-120"/>
              </a:rPr>
              <a:t>Repeatable workflows </a:t>
            </a:r>
          </a:p>
          <a:p>
            <a:pPr marL="285750" indent="-285750">
              <a:buFont typeface="Arial" panose="020B0604020202020204" pitchFamily="34" charset="0"/>
              <a:buChar char="•"/>
            </a:pPr>
            <a:r>
              <a:rPr lang="en-US" sz="1600" dirty="0">
                <a:solidFill>
                  <a:schemeClr val="bg1"/>
                </a:solidFill>
                <a:latin typeface="Calibri" pitchFamily="34" charset="0"/>
                <a:ea typeface="Calibri" pitchFamily="34" charset="-122"/>
                <a:cs typeface="Calibri" pitchFamily="34" charset="-120"/>
              </a:rPr>
              <a:t>AI assists</a:t>
            </a:r>
          </a:p>
          <a:p>
            <a:pPr marL="285750" indent="-285750">
              <a:buFont typeface="Arial" panose="020B0604020202020204" pitchFamily="34" charset="0"/>
              <a:buChar char="•"/>
            </a:pPr>
            <a:r>
              <a:rPr lang="en-US" sz="1600" dirty="0">
                <a:solidFill>
                  <a:schemeClr val="bg1"/>
                </a:solidFill>
                <a:latin typeface="Calibri" pitchFamily="34" charset="0"/>
                <a:ea typeface="Calibri" pitchFamily="34" charset="-122"/>
                <a:cs typeface="Calibri" pitchFamily="34" charset="-120"/>
              </a:rPr>
              <a:t>Humans decide</a:t>
            </a:r>
            <a:endParaRPr lang="en-US" sz="1600" dirty="0">
              <a:solidFill>
                <a:schemeClr val="bg1"/>
              </a:solidFill>
            </a:endParaRPr>
          </a:p>
        </p:txBody>
      </p:sp>
      <p:sp>
        <p:nvSpPr>
          <p:cNvPr id="14" name="Shape 12"/>
          <p:cNvSpPr/>
          <p:nvPr/>
        </p:nvSpPr>
        <p:spPr>
          <a:xfrm>
            <a:off x="6217920" y="1706880"/>
            <a:ext cx="2743200" cy="3365182"/>
          </a:xfrm>
          <a:prstGeom prst="rect">
            <a:avLst/>
          </a:prstGeom>
          <a:solidFill>
            <a:schemeClr val="accent4">
              <a:lumMod val="75000"/>
            </a:schemeClr>
          </a:solidFill>
          <a:ln w="12700">
            <a:solidFill>
              <a:srgbClr val="3D2A9E"/>
            </a:solidFill>
            <a:prstDash val="solid"/>
          </a:ln>
          <a:effectLst>
            <a:outerShdw blurRad="101600" dist="38100" dir="8100000" algn="bl" rotWithShape="0">
              <a:srgbClr val="000000">
                <a:alpha val="20000"/>
              </a:srgbClr>
            </a:outerShdw>
          </a:effectLst>
        </p:spPr>
        <p:txBody>
          <a:bodyPr/>
          <a:lstStyle/>
          <a:p>
            <a:endParaRPr lang="en-US" sz="2400"/>
          </a:p>
        </p:txBody>
      </p:sp>
      <p:sp>
        <p:nvSpPr>
          <p:cNvPr id="16" name="Text 14"/>
          <p:cNvSpPr/>
          <p:nvPr/>
        </p:nvSpPr>
        <p:spPr>
          <a:xfrm>
            <a:off x="7132320" y="1889760"/>
            <a:ext cx="914400" cy="914400"/>
          </a:xfrm>
          <a:prstGeom prst="rect">
            <a:avLst/>
          </a:prstGeom>
          <a:noFill/>
          <a:ln/>
        </p:spPr>
        <p:txBody>
          <a:bodyPr wrap="square" lIns="0" tIns="0" rIns="0" bIns="0" rtlCol="0" anchor="ctr"/>
          <a:lstStyle/>
          <a:p>
            <a:pPr algn="ctr"/>
            <a:endParaRPr lang="en-US" sz="2667" dirty="0"/>
          </a:p>
        </p:txBody>
      </p:sp>
      <p:sp>
        <p:nvSpPr>
          <p:cNvPr id="17" name="Text 15"/>
          <p:cNvSpPr/>
          <p:nvPr/>
        </p:nvSpPr>
        <p:spPr>
          <a:xfrm>
            <a:off x="6339840" y="2987040"/>
            <a:ext cx="2499360" cy="609600"/>
          </a:xfrm>
          <a:prstGeom prst="rect">
            <a:avLst/>
          </a:prstGeom>
          <a:noFill/>
          <a:ln/>
        </p:spPr>
        <p:txBody>
          <a:bodyPr wrap="square" lIns="0" tIns="0" rIns="0" bIns="0" rtlCol="0" anchor="ctr"/>
          <a:lstStyle/>
          <a:p>
            <a:pPr algn="ctr"/>
            <a:r>
              <a:rPr lang="en-US" sz="2400" b="1" dirty="0">
                <a:solidFill>
                  <a:schemeClr val="bg1"/>
                </a:solidFill>
                <a:latin typeface="Calibri" pitchFamily="34" charset="0"/>
                <a:ea typeface="Calibri" pitchFamily="34" charset="-122"/>
                <a:cs typeface="Calibri" pitchFamily="34" charset="-120"/>
              </a:rPr>
              <a:t>Proactive</a:t>
            </a:r>
            <a:endParaRPr lang="en-US" sz="2400" dirty="0">
              <a:solidFill>
                <a:schemeClr val="bg1"/>
              </a:solidFill>
            </a:endParaRPr>
          </a:p>
        </p:txBody>
      </p:sp>
      <p:sp>
        <p:nvSpPr>
          <p:cNvPr id="19" name="Shape 17"/>
          <p:cNvSpPr/>
          <p:nvPr/>
        </p:nvSpPr>
        <p:spPr>
          <a:xfrm>
            <a:off x="9144000" y="1706879"/>
            <a:ext cx="2743200" cy="3365181"/>
          </a:xfrm>
          <a:prstGeom prst="rect">
            <a:avLst/>
          </a:prstGeom>
          <a:solidFill>
            <a:schemeClr val="accent5"/>
          </a:solidFill>
          <a:ln w="12700">
            <a:solidFill>
              <a:srgbClr val="3D2A9E"/>
            </a:solidFill>
            <a:prstDash val="solid"/>
          </a:ln>
          <a:effectLst>
            <a:outerShdw blurRad="101600" dist="38100" dir="8100000" algn="bl" rotWithShape="0">
              <a:srgbClr val="000000">
                <a:alpha val="20000"/>
              </a:srgbClr>
            </a:outerShdw>
          </a:effectLst>
        </p:spPr>
        <p:txBody>
          <a:bodyPr/>
          <a:lstStyle/>
          <a:p>
            <a:endParaRPr lang="en-US" sz="2400"/>
          </a:p>
        </p:txBody>
      </p:sp>
      <p:sp>
        <p:nvSpPr>
          <p:cNvPr id="21" name="Text 19"/>
          <p:cNvSpPr/>
          <p:nvPr/>
        </p:nvSpPr>
        <p:spPr>
          <a:xfrm>
            <a:off x="10058400" y="1889760"/>
            <a:ext cx="914400" cy="914400"/>
          </a:xfrm>
          <a:prstGeom prst="rect">
            <a:avLst/>
          </a:prstGeom>
          <a:noFill/>
          <a:ln/>
        </p:spPr>
        <p:txBody>
          <a:bodyPr wrap="square" lIns="0" tIns="0" rIns="0" bIns="0" rtlCol="0" anchor="ctr"/>
          <a:lstStyle/>
          <a:p>
            <a:pPr algn="ctr"/>
            <a:endParaRPr lang="en-US" sz="2667" dirty="0"/>
          </a:p>
        </p:txBody>
      </p:sp>
      <p:sp>
        <p:nvSpPr>
          <p:cNvPr id="22" name="Text 20"/>
          <p:cNvSpPr/>
          <p:nvPr/>
        </p:nvSpPr>
        <p:spPr>
          <a:xfrm>
            <a:off x="9265920" y="2987040"/>
            <a:ext cx="2499360" cy="609600"/>
          </a:xfrm>
          <a:prstGeom prst="rect">
            <a:avLst/>
          </a:prstGeom>
          <a:noFill/>
          <a:ln/>
        </p:spPr>
        <p:txBody>
          <a:bodyPr wrap="square" lIns="0" tIns="0" rIns="0" bIns="0" rtlCol="0" anchor="ctr"/>
          <a:lstStyle/>
          <a:p>
            <a:pPr algn="ctr"/>
            <a:r>
              <a:rPr lang="en-US" sz="2400" b="1" dirty="0">
                <a:solidFill>
                  <a:schemeClr val="bg1"/>
                </a:solidFill>
                <a:latin typeface="Calibri" pitchFamily="34" charset="0"/>
                <a:ea typeface="Calibri" pitchFamily="34" charset="-122"/>
                <a:cs typeface="Calibri" pitchFamily="34" charset="-120"/>
              </a:rPr>
              <a:t>Autonomous</a:t>
            </a:r>
            <a:endParaRPr lang="en-US" sz="2400" dirty="0">
              <a:solidFill>
                <a:schemeClr val="bg1"/>
              </a:solidFill>
            </a:endParaRPr>
          </a:p>
        </p:txBody>
      </p:sp>
      <p:grpSp>
        <p:nvGrpSpPr>
          <p:cNvPr id="8" name="Group 7">
            <a:extLst>
              <a:ext uri="{FF2B5EF4-FFF2-40B4-BE49-F238E27FC236}">
                <a16:creationId xmlns:a16="http://schemas.microsoft.com/office/drawing/2014/main" id="{20B4A317-0CDF-7978-7CA6-1E245666F3B1}"/>
              </a:ext>
            </a:extLst>
          </p:cNvPr>
          <p:cNvGrpSpPr/>
          <p:nvPr/>
        </p:nvGrpSpPr>
        <p:grpSpPr>
          <a:xfrm>
            <a:off x="1280160" y="1889760"/>
            <a:ext cx="914400" cy="914400"/>
            <a:chOff x="1280160" y="1889760"/>
            <a:chExt cx="914400" cy="914400"/>
          </a:xfrm>
        </p:grpSpPr>
        <p:sp>
          <p:nvSpPr>
            <p:cNvPr id="5" name="Shape 3"/>
            <p:cNvSpPr/>
            <p:nvPr/>
          </p:nvSpPr>
          <p:spPr>
            <a:xfrm>
              <a:off x="1280160" y="1889760"/>
              <a:ext cx="914400" cy="914400"/>
            </a:xfrm>
            <a:prstGeom prst="ellipse">
              <a:avLst/>
            </a:prstGeom>
            <a:solidFill>
              <a:schemeClr val="tx1">
                <a:lumMod val="50000"/>
                <a:lumOff val="50000"/>
              </a:schemeClr>
            </a:solidFill>
            <a:ln w="12700">
              <a:solidFill>
                <a:schemeClr val="bg1"/>
              </a:solidFill>
              <a:prstDash val="solid"/>
            </a:ln>
          </p:spPr>
          <p:txBody>
            <a:bodyPr/>
            <a:lstStyle/>
            <a:p>
              <a:endParaRPr lang="en-US" sz="2400"/>
            </a:p>
          </p:txBody>
        </p:sp>
        <p:pic>
          <p:nvPicPr>
            <p:cNvPr id="26" name="Graphic 25" descr="Eye outline">
              <a:extLst>
                <a:ext uri="{FF2B5EF4-FFF2-40B4-BE49-F238E27FC236}">
                  <a16:creationId xmlns:a16="http://schemas.microsoft.com/office/drawing/2014/main" id="{3E73652F-F5CF-94A2-A5A3-033738C166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15242" y="2024842"/>
              <a:ext cx="644236" cy="644236"/>
            </a:xfrm>
            <a:prstGeom prst="rect">
              <a:avLst/>
            </a:prstGeom>
          </p:spPr>
        </p:pic>
      </p:grpSp>
      <p:grpSp>
        <p:nvGrpSpPr>
          <p:cNvPr id="24" name="Group 23">
            <a:extLst>
              <a:ext uri="{FF2B5EF4-FFF2-40B4-BE49-F238E27FC236}">
                <a16:creationId xmlns:a16="http://schemas.microsoft.com/office/drawing/2014/main" id="{4066405D-0879-0CEE-3258-02C6FEA996DD}"/>
              </a:ext>
            </a:extLst>
          </p:cNvPr>
          <p:cNvGrpSpPr/>
          <p:nvPr/>
        </p:nvGrpSpPr>
        <p:grpSpPr>
          <a:xfrm>
            <a:off x="4206240" y="1889760"/>
            <a:ext cx="914400" cy="914400"/>
            <a:chOff x="4206240" y="1889760"/>
            <a:chExt cx="914400" cy="914400"/>
          </a:xfrm>
        </p:grpSpPr>
        <p:sp>
          <p:nvSpPr>
            <p:cNvPr id="10" name="Shape 8"/>
            <p:cNvSpPr/>
            <p:nvPr/>
          </p:nvSpPr>
          <p:spPr>
            <a:xfrm>
              <a:off x="4206240" y="1889760"/>
              <a:ext cx="914400" cy="914400"/>
            </a:xfrm>
            <a:prstGeom prst="ellipse">
              <a:avLst/>
            </a:prstGeom>
            <a:solidFill>
              <a:schemeClr val="accent2">
                <a:lumMod val="60000"/>
                <a:lumOff val="40000"/>
              </a:schemeClr>
            </a:solidFill>
            <a:ln w="12700">
              <a:solidFill>
                <a:schemeClr val="bg1"/>
              </a:solidFill>
              <a:prstDash val="solid"/>
            </a:ln>
          </p:spPr>
          <p:txBody>
            <a:bodyPr/>
            <a:lstStyle/>
            <a:p>
              <a:endParaRPr lang="en-US" sz="2400"/>
            </a:p>
          </p:txBody>
        </p:sp>
        <p:pic>
          <p:nvPicPr>
            <p:cNvPr id="28" name="Graphic 27" descr="Cycle with people with solid fill">
              <a:extLst>
                <a:ext uri="{FF2B5EF4-FFF2-40B4-BE49-F238E27FC236}">
                  <a16:creationId xmlns:a16="http://schemas.microsoft.com/office/drawing/2014/main" id="{7BE5C902-3770-F1AB-AD89-E6C7935E711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41322" y="2041305"/>
              <a:ext cx="644236" cy="644236"/>
            </a:xfrm>
            <a:prstGeom prst="rect">
              <a:avLst/>
            </a:prstGeom>
          </p:spPr>
        </p:pic>
      </p:grpSp>
      <p:grpSp>
        <p:nvGrpSpPr>
          <p:cNvPr id="18" name="Group 17">
            <a:extLst>
              <a:ext uri="{FF2B5EF4-FFF2-40B4-BE49-F238E27FC236}">
                <a16:creationId xmlns:a16="http://schemas.microsoft.com/office/drawing/2014/main" id="{8167710C-1793-B0C0-33A8-3371C34CB65B}"/>
              </a:ext>
            </a:extLst>
          </p:cNvPr>
          <p:cNvGrpSpPr/>
          <p:nvPr/>
        </p:nvGrpSpPr>
        <p:grpSpPr>
          <a:xfrm>
            <a:off x="7132320" y="1889760"/>
            <a:ext cx="914400" cy="914400"/>
            <a:chOff x="7132320" y="1889760"/>
            <a:chExt cx="914400" cy="914400"/>
          </a:xfrm>
        </p:grpSpPr>
        <p:sp>
          <p:nvSpPr>
            <p:cNvPr id="15" name="Shape 13"/>
            <p:cNvSpPr/>
            <p:nvPr/>
          </p:nvSpPr>
          <p:spPr>
            <a:xfrm>
              <a:off x="7132320" y="1889760"/>
              <a:ext cx="914400" cy="914400"/>
            </a:xfrm>
            <a:prstGeom prst="ellipse">
              <a:avLst/>
            </a:prstGeom>
            <a:solidFill>
              <a:srgbClr val="00B0F0"/>
            </a:solidFill>
            <a:ln w="12700">
              <a:solidFill>
                <a:schemeClr val="bg1"/>
              </a:solidFill>
              <a:prstDash val="solid"/>
            </a:ln>
          </p:spPr>
          <p:txBody>
            <a:bodyPr/>
            <a:lstStyle/>
            <a:p>
              <a:endParaRPr lang="en-US" sz="2400"/>
            </a:p>
          </p:txBody>
        </p:sp>
        <p:pic>
          <p:nvPicPr>
            <p:cNvPr id="29" name="Graphic 28" descr="Artificial Intelligence with solid fill">
              <a:extLst>
                <a:ext uri="{FF2B5EF4-FFF2-40B4-BE49-F238E27FC236}">
                  <a16:creationId xmlns:a16="http://schemas.microsoft.com/office/drawing/2014/main" id="{02CE4E63-29BA-A339-481C-77E4C1560BB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15865" y="2092910"/>
              <a:ext cx="541025" cy="541025"/>
            </a:xfrm>
            <a:prstGeom prst="rect">
              <a:avLst/>
            </a:prstGeom>
          </p:spPr>
        </p:pic>
      </p:grpSp>
      <p:grpSp>
        <p:nvGrpSpPr>
          <p:cNvPr id="23" name="Group 22">
            <a:extLst>
              <a:ext uri="{FF2B5EF4-FFF2-40B4-BE49-F238E27FC236}">
                <a16:creationId xmlns:a16="http://schemas.microsoft.com/office/drawing/2014/main" id="{F1642C61-7E3D-A38B-462C-620D325F8909}"/>
              </a:ext>
            </a:extLst>
          </p:cNvPr>
          <p:cNvGrpSpPr/>
          <p:nvPr/>
        </p:nvGrpSpPr>
        <p:grpSpPr>
          <a:xfrm>
            <a:off x="10058400" y="1889760"/>
            <a:ext cx="914400" cy="914400"/>
            <a:chOff x="10058400" y="1889760"/>
            <a:chExt cx="914400" cy="914400"/>
          </a:xfrm>
        </p:grpSpPr>
        <p:sp>
          <p:nvSpPr>
            <p:cNvPr id="20" name="Shape 18"/>
            <p:cNvSpPr/>
            <p:nvPr/>
          </p:nvSpPr>
          <p:spPr>
            <a:xfrm>
              <a:off x="10058400" y="1889760"/>
              <a:ext cx="914400" cy="914400"/>
            </a:xfrm>
            <a:prstGeom prst="ellipse">
              <a:avLst/>
            </a:prstGeom>
            <a:solidFill>
              <a:srgbClr val="00B050"/>
            </a:solidFill>
            <a:ln w="12700">
              <a:solidFill>
                <a:schemeClr val="bg1"/>
              </a:solidFill>
              <a:prstDash val="solid"/>
            </a:ln>
          </p:spPr>
          <p:txBody>
            <a:bodyPr/>
            <a:lstStyle/>
            <a:p>
              <a:endParaRPr lang="en-US" sz="2400"/>
            </a:p>
          </p:txBody>
        </p:sp>
        <p:pic>
          <p:nvPicPr>
            <p:cNvPr id="30" name="Graphic 29" descr="Hero Female with solid fill">
              <a:extLst>
                <a:ext uri="{FF2B5EF4-FFF2-40B4-BE49-F238E27FC236}">
                  <a16:creationId xmlns:a16="http://schemas.microsoft.com/office/drawing/2014/main" id="{1E319A6E-5115-F685-9437-35E720E2FC4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215047" y="2084435"/>
              <a:ext cx="601106" cy="601106"/>
            </a:xfrm>
            <a:prstGeom prst="rect">
              <a:avLst/>
            </a:prstGeom>
          </p:spPr>
        </p:pic>
      </p:grpSp>
      <p:sp>
        <p:nvSpPr>
          <p:cNvPr id="31" name="Text 11">
            <a:extLst>
              <a:ext uri="{FF2B5EF4-FFF2-40B4-BE49-F238E27FC236}">
                <a16:creationId xmlns:a16="http://schemas.microsoft.com/office/drawing/2014/main" id="{82F1D811-4D00-460B-0961-BFDF24DBDE7B}"/>
              </a:ext>
            </a:extLst>
          </p:cNvPr>
          <p:cNvSpPr/>
          <p:nvPr/>
        </p:nvSpPr>
        <p:spPr>
          <a:xfrm>
            <a:off x="670560" y="3596640"/>
            <a:ext cx="2499360" cy="1130300"/>
          </a:xfrm>
          <a:prstGeom prst="rect">
            <a:avLst/>
          </a:prstGeom>
          <a:noFill/>
          <a:ln/>
        </p:spPr>
        <p:txBody>
          <a:bodyPr wrap="square" lIns="67733" tIns="67733" rIns="67733" bIns="67733" rtlCol="0" anchor="t"/>
          <a:lstStyle/>
          <a:p>
            <a:pPr marL="285750" indent="-285750">
              <a:buFont typeface="Arial" panose="020B0604020202020204" pitchFamily="34" charset="0"/>
              <a:buChar char="•"/>
            </a:pPr>
            <a:endParaRPr lang="en-US" sz="1600" dirty="0">
              <a:solidFill>
                <a:schemeClr val="bg1"/>
              </a:solidFill>
            </a:endParaRPr>
          </a:p>
        </p:txBody>
      </p:sp>
      <p:sp>
        <p:nvSpPr>
          <p:cNvPr id="32" name="Text 11">
            <a:extLst>
              <a:ext uri="{FF2B5EF4-FFF2-40B4-BE49-F238E27FC236}">
                <a16:creationId xmlns:a16="http://schemas.microsoft.com/office/drawing/2014/main" id="{1DE33ACF-45A9-A58F-19AA-26B4294DDFC1}"/>
              </a:ext>
            </a:extLst>
          </p:cNvPr>
          <p:cNvSpPr/>
          <p:nvPr/>
        </p:nvSpPr>
        <p:spPr>
          <a:xfrm>
            <a:off x="9265920" y="3657600"/>
            <a:ext cx="2682240" cy="1130300"/>
          </a:xfrm>
          <a:prstGeom prst="rect">
            <a:avLst/>
          </a:prstGeom>
          <a:noFill/>
          <a:ln/>
        </p:spPr>
        <p:txBody>
          <a:bodyPr wrap="square" lIns="67733" tIns="67733" rIns="67733" bIns="67733" rtlCol="0" anchor="t"/>
          <a:lstStyle/>
          <a:p>
            <a:pPr marL="285750" indent="-285750">
              <a:buFont typeface="Arial" panose="020B0604020202020204" pitchFamily="34" charset="0"/>
              <a:buChar char="•"/>
            </a:pPr>
            <a:r>
              <a:rPr lang="en-US" sz="1600" dirty="0">
                <a:solidFill>
                  <a:schemeClr val="bg1"/>
                </a:solidFill>
                <a:latin typeface="Calibri" pitchFamily="34" charset="0"/>
                <a:ea typeface="Calibri" pitchFamily="34" charset="-122"/>
                <a:cs typeface="Calibri" pitchFamily="34" charset="-120"/>
              </a:rPr>
              <a:t>Act within policy</a:t>
            </a:r>
          </a:p>
          <a:p>
            <a:pPr marL="285750" indent="-285750">
              <a:buFont typeface="Arial" panose="020B0604020202020204" pitchFamily="34" charset="0"/>
              <a:buChar char="•"/>
            </a:pPr>
            <a:r>
              <a:rPr lang="en-US" sz="1600" dirty="0">
                <a:solidFill>
                  <a:schemeClr val="bg1"/>
                </a:solidFill>
                <a:latin typeface="Calibri" pitchFamily="34" charset="0"/>
                <a:cs typeface="Calibri" pitchFamily="34" charset="-120"/>
              </a:rPr>
              <a:t>Humans govern outcomes</a:t>
            </a:r>
          </a:p>
          <a:p>
            <a:pPr marL="285750" indent="-285750">
              <a:buFont typeface="Arial" panose="020B0604020202020204" pitchFamily="34" charset="0"/>
              <a:buChar char="•"/>
            </a:pPr>
            <a:r>
              <a:rPr lang="en-US" sz="1600" dirty="0">
                <a:solidFill>
                  <a:schemeClr val="bg1"/>
                </a:solidFill>
                <a:latin typeface="Calibri" pitchFamily="34" charset="0"/>
                <a:cs typeface="Calibri" pitchFamily="34" charset="-120"/>
              </a:rPr>
              <a:t>Exceptions only</a:t>
            </a:r>
            <a:endParaRPr lang="en-US" sz="1600" dirty="0">
              <a:solidFill>
                <a:schemeClr val="bg1"/>
              </a:solidFill>
            </a:endParaRPr>
          </a:p>
        </p:txBody>
      </p:sp>
      <p:sp>
        <p:nvSpPr>
          <p:cNvPr id="33" name="Text 11">
            <a:extLst>
              <a:ext uri="{FF2B5EF4-FFF2-40B4-BE49-F238E27FC236}">
                <a16:creationId xmlns:a16="http://schemas.microsoft.com/office/drawing/2014/main" id="{B3DE409C-31BF-18F8-F487-473963B51487}"/>
              </a:ext>
            </a:extLst>
          </p:cNvPr>
          <p:cNvSpPr/>
          <p:nvPr/>
        </p:nvSpPr>
        <p:spPr>
          <a:xfrm>
            <a:off x="6278880" y="3627120"/>
            <a:ext cx="2560320" cy="1130300"/>
          </a:xfrm>
          <a:prstGeom prst="rect">
            <a:avLst/>
          </a:prstGeom>
          <a:noFill/>
          <a:ln/>
        </p:spPr>
        <p:txBody>
          <a:bodyPr wrap="square" lIns="67733" tIns="67733" rIns="67733" bIns="67733" rtlCol="0" anchor="t"/>
          <a:lstStyle/>
          <a:p>
            <a:pPr marL="285750" indent="-285750">
              <a:buFont typeface="Arial" panose="020B0604020202020204" pitchFamily="34" charset="0"/>
              <a:buChar char="•"/>
            </a:pPr>
            <a:r>
              <a:rPr lang="en-US" sz="1600" dirty="0">
                <a:solidFill>
                  <a:schemeClr val="bg1"/>
                </a:solidFill>
                <a:latin typeface="Calibri" pitchFamily="34" charset="0"/>
                <a:ea typeface="Calibri" pitchFamily="34" charset="-122"/>
                <a:cs typeface="Calibri" pitchFamily="34" charset="-120"/>
              </a:rPr>
              <a:t>Drift detected before outage</a:t>
            </a:r>
          </a:p>
          <a:p>
            <a:pPr marL="285750" indent="-285750">
              <a:buFont typeface="Arial" panose="020B0604020202020204" pitchFamily="34" charset="0"/>
              <a:buChar char="•"/>
            </a:pPr>
            <a:r>
              <a:rPr lang="en-US" sz="1600" dirty="0">
                <a:solidFill>
                  <a:schemeClr val="bg1"/>
                </a:solidFill>
                <a:latin typeface="Calibri" pitchFamily="34" charset="0"/>
                <a:cs typeface="Calibri" pitchFamily="34" charset="-120"/>
              </a:rPr>
              <a:t>AI recommends</a:t>
            </a:r>
          </a:p>
          <a:p>
            <a:pPr marL="285750" indent="-285750">
              <a:buFont typeface="Arial" panose="020B0604020202020204" pitchFamily="34" charset="0"/>
              <a:buChar char="•"/>
            </a:pPr>
            <a:r>
              <a:rPr lang="en-US" sz="1600" dirty="0">
                <a:solidFill>
                  <a:schemeClr val="bg1"/>
                </a:solidFill>
                <a:latin typeface="Calibri" pitchFamily="34" charset="0"/>
                <a:cs typeface="Calibri" pitchFamily="34" charset="-120"/>
              </a:rPr>
              <a:t>System earns trust</a:t>
            </a:r>
            <a:endParaRPr lang="en-US" sz="1600" dirty="0">
              <a:solidFill>
                <a:schemeClr val="bg1"/>
              </a:solidFill>
            </a:endParaRPr>
          </a:p>
        </p:txBody>
      </p:sp>
      <p:sp>
        <p:nvSpPr>
          <p:cNvPr id="38" name="Text 11">
            <a:extLst>
              <a:ext uri="{FF2B5EF4-FFF2-40B4-BE49-F238E27FC236}">
                <a16:creationId xmlns:a16="http://schemas.microsoft.com/office/drawing/2014/main" id="{1F979795-A424-96F2-72D7-999D2848BBD3}"/>
              </a:ext>
            </a:extLst>
          </p:cNvPr>
          <p:cNvSpPr/>
          <p:nvPr/>
        </p:nvSpPr>
        <p:spPr>
          <a:xfrm>
            <a:off x="412432" y="3627120"/>
            <a:ext cx="2804160" cy="1358204"/>
          </a:xfrm>
          <a:prstGeom prst="rect">
            <a:avLst/>
          </a:prstGeom>
          <a:noFill/>
          <a:ln/>
        </p:spPr>
        <p:txBody>
          <a:bodyPr wrap="square" lIns="67733" tIns="67733" rIns="67733" bIns="67733" rtlCol="0" anchor="t"/>
          <a:lstStyle/>
          <a:p>
            <a:pPr marL="285750" indent="-285750">
              <a:buFont typeface="Arial" panose="020B0604020202020204" pitchFamily="34" charset="0"/>
              <a:buChar char="•"/>
            </a:pPr>
            <a:r>
              <a:rPr lang="en-US" sz="1600" dirty="0">
                <a:solidFill>
                  <a:schemeClr val="bg1"/>
                </a:solidFill>
                <a:latin typeface="Calibri" pitchFamily="34" charset="0"/>
                <a:ea typeface="Calibri" pitchFamily="34" charset="-122"/>
                <a:cs typeface="Calibri" pitchFamily="34" charset="-120"/>
              </a:rPr>
              <a:t>Live network visibility</a:t>
            </a:r>
          </a:p>
          <a:p>
            <a:pPr marL="285750" indent="-285750">
              <a:buFont typeface="Arial" panose="020B0604020202020204" pitchFamily="34" charset="0"/>
              <a:buChar char="•"/>
            </a:pPr>
            <a:r>
              <a:rPr lang="en-US" sz="1600" dirty="0">
                <a:solidFill>
                  <a:schemeClr val="bg1"/>
                </a:solidFill>
                <a:latin typeface="Calibri" pitchFamily="34" charset="0"/>
                <a:cs typeface="Calibri" pitchFamily="34" charset="-120"/>
              </a:rPr>
              <a:t>Topology and dependencies</a:t>
            </a:r>
          </a:p>
          <a:p>
            <a:pPr marL="285750" indent="-285750">
              <a:buFont typeface="Arial" panose="020B0604020202020204" pitchFamily="34" charset="0"/>
              <a:buChar char="•"/>
            </a:pPr>
            <a:r>
              <a:rPr lang="en-US" sz="1600" dirty="0">
                <a:solidFill>
                  <a:schemeClr val="bg1"/>
                </a:solidFill>
                <a:latin typeface="Calibri" pitchFamily="34" charset="0"/>
                <a:cs typeface="Calibri" pitchFamily="34" charset="-120"/>
              </a:rPr>
              <a:t>Knowledge not only in Engineer’s heads</a:t>
            </a:r>
            <a:endParaRPr lang="en-US" sz="1600" dirty="0">
              <a:solidFill>
                <a:schemeClr val="bg1"/>
              </a:solidFill>
            </a:endParaRPr>
          </a:p>
        </p:txBody>
      </p:sp>
      <p:grpSp>
        <p:nvGrpSpPr>
          <p:cNvPr id="41" name="Group 40">
            <a:extLst>
              <a:ext uri="{FF2B5EF4-FFF2-40B4-BE49-F238E27FC236}">
                <a16:creationId xmlns:a16="http://schemas.microsoft.com/office/drawing/2014/main" id="{35C69537-977B-9931-2B18-41BBEBD72544}"/>
              </a:ext>
            </a:extLst>
          </p:cNvPr>
          <p:cNvGrpSpPr/>
          <p:nvPr/>
        </p:nvGrpSpPr>
        <p:grpSpPr>
          <a:xfrm>
            <a:off x="609600" y="5336540"/>
            <a:ext cx="10972800" cy="945896"/>
            <a:chOff x="900204" y="5360994"/>
            <a:chExt cx="10072596" cy="1080195"/>
          </a:xfrm>
        </p:grpSpPr>
        <p:sp>
          <p:nvSpPr>
            <p:cNvPr id="27" name="Text 25"/>
            <p:cNvSpPr/>
            <p:nvPr/>
          </p:nvSpPr>
          <p:spPr>
            <a:xfrm>
              <a:off x="900204" y="6014469"/>
              <a:ext cx="10072596" cy="426720"/>
            </a:xfrm>
            <a:prstGeom prst="rect">
              <a:avLst/>
            </a:prstGeom>
            <a:solidFill>
              <a:schemeClr val="accent3"/>
            </a:solidFill>
            <a:ln/>
          </p:spPr>
          <p:txBody>
            <a:bodyPr wrap="square" lIns="91440" tIns="45720" rIns="91440" bIns="45720" rtlCol="0" anchor="ctr"/>
            <a:lstStyle/>
            <a:p>
              <a:pPr algn="ctr"/>
              <a:r>
                <a:rPr lang="en-US" sz="1600" b="1" i="1" dirty="0">
                  <a:solidFill>
                    <a:schemeClr val="bg1"/>
                  </a:solidFill>
                  <a:latin typeface="Calibri"/>
                  <a:ea typeface="Calibri"/>
                  <a:cs typeface="Calibri"/>
                </a:rPr>
                <a:t>Another tried Claude first. NetBrain went further. Analyzed the logs, identified a hardware fault, recommended Cisco TAC.</a:t>
              </a:r>
              <a:endParaRPr lang="en-US" sz="1600" b="1" dirty="0">
                <a:solidFill>
                  <a:schemeClr val="bg1"/>
                </a:solidFill>
                <a:latin typeface="Calibri"/>
                <a:ea typeface="Calibri"/>
                <a:cs typeface="Calibri"/>
              </a:endParaRPr>
            </a:p>
          </p:txBody>
        </p:sp>
        <p:sp>
          <p:nvSpPr>
            <p:cNvPr id="40" name="Text 25">
              <a:extLst>
                <a:ext uri="{FF2B5EF4-FFF2-40B4-BE49-F238E27FC236}">
                  <a16:creationId xmlns:a16="http://schemas.microsoft.com/office/drawing/2014/main" id="{D23EF100-4B95-A6B7-7CA7-A7F0562B3EE3}"/>
                </a:ext>
              </a:extLst>
            </p:cNvPr>
            <p:cNvSpPr/>
            <p:nvPr/>
          </p:nvSpPr>
          <p:spPr>
            <a:xfrm>
              <a:off x="900204" y="5360994"/>
              <a:ext cx="10072596" cy="426721"/>
            </a:xfrm>
            <a:prstGeom prst="rect">
              <a:avLst/>
            </a:prstGeom>
            <a:solidFill>
              <a:schemeClr val="accent3"/>
            </a:solidFill>
            <a:ln/>
          </p:spPr>
          <p:txBody>
            <a:bodyPr wrap="square" rtlCol="0" anchor="ctr"/>
            <a:lstStyle/>
            <a:p>
              <a:pPr algn="ctr"/>
              <a:r>
                <a:rPr lang="en-US" sz="1600" b="1" i="1" dirty="0">
                  <a:solidFill>
                    <a:schemeClr val="bg1"/>
                  </a:solidFill>
                  <a:latin typeface="Calibri" pitchFamily="34" charset="0"/>
                  <a:ea typeface="Calibri" pitchFamily="34" charset="-122"/>
                  <a:cs typeface="Calibri" pitchFamily="34" charset="-120"/>
                </a:rPr>
                <a:t>Several cycles on root cause analysis. One prompt. Resolved in 25 minutes. “Why can’t site x browse out of their xx circuit?</a:t>
              </a:r>
              <a:endParaRPr lang="en-US" sz="1600" b="1" dirty="0">
                <a:solidFill>
                  <a:schemeClr val="bg1"/>
                </a:solidFill>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dissolve">
                                      <p:cBhvr>
                                        <p:cTn id="10" dur="500"/>
                                        <p:tgtEl>
                                          <p:spTgt spid="8"/>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dissolve">
                                      <p:cBhvr>
                                        <p:cTn id="13" dur="500"/>
                                        <p:tgtEl>
                                          <p:spTgt spid="7"/>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38"/>
                                        </p:tgtEl>
                                        <p:attrNameLst>
                                          <p:attrName>style.visibility</p:attrName>
                                        </p:attrNameLst>
                                      </p:cBhvr>
                                      <p:to>
                                        <p:strVal val="visible"/>
                                      </p:to>
                                    </p:set>
                                    <p:animEffect transition="in" filter="dissolve">
                                      <p:cBhvr>
                                        <p:cTn id="16" dur="500"/>
                                        <p:tgtEl>
                                          <p:spTgt spid="38"/>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dissolve">
                                      <p:cBhvr>
                                        <p:cTn id="21" dur="500"/>
                                        <p:tgtEl>
                                          <p:spTgt spid="9"/>
                                        </p:tgtEl>
                                      </p:cBhvr>
                                    </p:animEffect>
                                  </p:childTnLst>
                                </p:cTn>
                              </p:par>
                              <p:par>
                                <p:cTn id="22" presetID="9"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dissolve">
                                      <p:cBhvr>
                                        <p:cTn id="24" dur="500"/>
                                        <p:tgtEl>
                                          <p:spTgt spid="24"/>
                                        </p:tgtEl>
                                      </p:cBhvr>
                                    </p:animEffect>
                                  </p:childTnLst>
                                </p:cTn>
                              </p:par>
                              <p:par>
                                <p:cTn id="25" presetID="9"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dissolve">
                                      <p:cBhvr>
                                        <p:cTn id="27" dur="500"/>
                                        <p:tgtEl>
                                          <p:spTgt spid="12"/>
                                        </p:tgtEl>
                                      </p:cBhvr>
                                    </p:animEffect>
                                  </p:childTnLst>
                                </p:cTn>
                              </p:par>
                              <p:par>
                                <p:cTn id="28" presetID="9"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dissolve">
                                      <p:cBhvr>
                                        <p:cTn id="30" dur="500"/>
                                        <p:tgtEl>
                                          <p:spTgt spid="13"/>
                                        </p:tgtEl>
                                      </p:cBhvr>
                                    </p:animEffect>
                                  </p:childTnLst>
                                </p:cTn>
                              </p:par>
                            </p:childTnLst>
                          </p:cTn>
                        </p:par>
                      </p:childTnLst>
                    </p:cTn>
                  </p:par>
                  <p:par>
                    <p:cTn id="31" fill="hold">
                      <p:stCondLst>
                        <p:cond delay="indefinite"/>
                      </p:stCondLst>
                      <p:childTnLst>
                        <p:par>
                          <p:cTn id="32" fill="hold">
                            <p:stCondLst>
                              <p:cond delay="0"/>
                            </p:stCondLst>
                            <p:childTnLst>
                              <p:par>
                                <p:cTn id="33" presetID="9" presetClass="entr" presetSubtype="0"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dissolve">
                                      <p:cBhvr>
                                        <p:cTn id="35" dur="500"/>
                                        <p:tgtEl>
                                          <p:spTgt spid="14"/>
                                        </p:tgtEl>
                                      </p:cBhvr>
                                    </p:animEffect>
                                  </p:childTnLst>
                                </p:cTn>
                              </p:par>
                              <p:par>
                                <p:cTn id="36" presetID="9" presetClass="entr" presetSubtype="0" fill="hold"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dissolve">
                                      <p:cBhvr>
                                        <p:cTn id="38" dur="500"/>
                                        <p:tgtEl>
                                          <p:spTgt spid="18"/>
                                        </p:tgtEl>
                                      </p:cBhvr>
                                    </p:animEffect>
                                  </p:childTnLst>
                                </p:cTn>
                              </p:par>
                              <p:par>
                                <p:cTn id="39" presetID="9"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dissolve">
                                      <p:cBhvr>
                                        <p:cTn id="41" dur="500"/>
                                        <p:tgtEl>
                                          <p:spTgt spid="17"/>
                                        </p:tgtEl>
                                      </p:cBhvr>
                                    </p:animEffect>
                                  </p:childTnLst>
                                </p:cTn>
                              </p:par>
                              <p:par>
                                <p:cTn id="42" presetID="9" presetClass="entr" presetSubtype="0" fill="hold" grpId="0"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dissolve">
                                      <p:cBhvr>
                                        <p:cTn id="44" dur="500"/>
                                        <p:tgtEl>
                                          <p:spTgt spid="33"/>
                                        </p:tgtEl>
                                      </p:cBhvr>
                                    </p:animEffect>
                                  </p:childTnLst>
                                </p:cTn>
                              </p:par>
                            </p:childTnLst>
                          </p:cTn>
                        </p:par>
                      </p:childTnLst>
                    </p:cTn>
                  </p:par>
                  <p:par>
                    <p:cTn id="45" fill="hold">
                      <p:stCondLst>
                        <p:cond delay="indefinite"/>
                      </p:stCondLst>
                      <p:childTnLst>
                        <p:par>
                          <p:cTn id="46" fill="hold">
                            <p:stCondLst>
                              <p:cond delay="0"/>
                            </p:stCondLst>
                            <p:childTnLst>
                              <p:par>
                                <p:cTn id="47" presetID="9"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dissolve">
                                      <p:cBhvr>
                                        <p:cTn id="49" dur="500"/>
                                        <p:tgtEl>
                                          <p:spTgt spid="19"/>
                                        </p:tgtEl>
                                      </p:cBhvr>
                                    </p:animEffect>
                                  </p:childTnLst>
                                </p:cTn>
                              </p:par>
                              <p:par>
                                <p:cTn id="50" presetID="9" presetClass="entr" presetSubtype="0" fill="hold"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dissolve">
                                      <p:cBhvr>
                                        <p:cTn id="52" dur="500"/>
                                        <p:tgtEl>
                                          <p:spTgt spid="23"/>
                                        </p:tgtEl>
                                      </p:cBhvr>
                                    </p:animEffect>
                                  </p:childTnLst>
                                </p:cTn>
                              </p:par>
                              <p:par>
                                <p:cTn id="53" presetID="9"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dissolve">
                                      <p:cBhvr>
                                        <p:cTn id="55" dur="500"/>
                                        <p:tgtEl>
                                          <p:spTgt spid="22"/>
                                        </p:tgtEl>
                                      </p:cBhvr>
                                    </p:animEffect>
                                  </p:childTnLst>
                                </p:cTn>
                              </p:par>
                              <p:par>
                                <p:cTn id="56" presetID="9" presetClass="entr" presetSubtype="0" fill="hold" grpId="0" nodeType="withEffect">
                                  <p:stCondLst>
                                    <p:cond delay="0"/>
                                  </p:stCondLst>
                                  <p:childTnLst>
                                    <p:set>
                                      <p:cBhvr>
                                        <p:cTn id="57" dur="1" fill="hold">
                                          <p:stCondLst>
                                            <p:cond delay="0"/>
                                          </p:stCondLst>
                                        </p:cTn>
                                        <p:tgtEl>
                                          <p:spTgt spid="32"/>
                                        </p:tgtEl>
                                        <p:attrNameLst>
                                          <p:attrName>style.visibility</p:attrName>
                                        </p:attrNameLst>
                                      </p:cBhvr>
                                      <p:to>
                                        <p:strVal val="visible"/>
                                      </p:to>
                                    </p:set>
                                    <p:animEffect transition="in" filter="dissolve">
                                      <p:cBhvr>
                                        <p:cTn id="58" dur="500"/>
                                        <p:tgtEl>
                                          <p:spTgt spid="32"/>
                                        </p:tgtEl>
                                      </p:cBhvr>
                                    </p:animEffect>
                                  </p:childTnLst>
                                </p:cTn>
                              </p:par>
                            </p:childTnLst>
                          </p:cTn>
                        </p:par>
                      </p:childTnLst>
                    </p:cTn>
                  </p:par>
                  <p:par>
                    <p:cTn id="59" fill="hold">
                      <p:stCondLst>
                        <p:cond delay="indefinite"/>
                      </p:stCondLst>
                      <p:childTnLst>
                        <p:par>
                          <p:cTn id="60" fill="hold">
                            <p:stCondLst>
                              <p:cond delay="0"/>
                            </p:stCondLst>
                            <p:childTnLst>
                              <p:par>
                                <p:cTn id="61" presetID="9" presetClass="entr" presetSubtype="0" fill="hold"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dissolve">
                                      <p:cBhvr>
                                        <p:cTn id="63" dur="5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P spid="9" grpId="0" animBg="1"/>
      <p:bldP spid="12" grpId="0" animBg="1"/>
      <p:bldP spid="13" grpId="0" animBg="1"/>
      <p:bldP spid="14" grpId="0" animBg="1"/>
      <p:bldP spid="17" grpId="0" animBg="1"/>
      <p:bldP spid="19" grpId="0" animBg="1"/>
      <p:bldP spid="22" grpId="0" animBg="1"/>
      <p:bldP spid="32" grpId="0" animBg="1"/>
      <p:bldP spid="33" grpId="0" animBg="1"/>
      <p:bldP spid="3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97536"/>
          </a:xfrm>
          <a:prstGeom prst="rect">
            <a:avLst/>
          </a:prstGeom>
          <a:solidFill>
            <a:srgbClr val="1E1060"/>
          </a:solidFill>
          <a:ln w="12700">
            <a:solidFill>
              <a:srgbClr val="1E1060"/>
            </a:solidFill>
            <a:prstDash val="solid"/>
          </a:ln>
        </p:spPr>
        <p:txBody>
          <a:bodyPr/>
          <a:lstStyle/>
          <a:p>
            <a:endParaRPr lang="en-US" sz="2400"/>
          </a:p>
        </p:txBody>
      </p:sp>
      <p:sp>
        <p:nvSpPr>
          <p:cNvPr id="3" name="Text 1"/>
          <p:cNvSpPr/>
          <p:nvPr/>
        </p:nvSpPr>
        <p:spPr>
          <a:xfrm>
            <a:off x="609600" y="304800"/>
            <a:ext cx="10972800" cy="731520"/>
          </a:xfrm>
          <a:prstGeom prst="rect">
            <a:avLst/>
          </a:prstGeom>
          <a:noFill/>
          <a:ln/>
        </p:spPr>
        <p:txBody>
          <a:bodyPr wrap="square" lIns="0" tIns="0" rIns="0" bIns="0" rtlCol="0" anchor="ctr"/>
          <a:lstStyle/>
          <a:p>
            <a:r>
              <a:rPr lang="en-US" sz="4000" b="1" dirty="0">
                <a:solidFill>
                  <a:schemeClr val="bg1"/>
                </a:solidFill>
                <a:latin typeface="Calibri" pitchFamily="34" charset="0"/>
                <a:ea typeface="Calibri" pitchFamily="34" charset="-122"/>
                <a:cs typeface="Calibri" pitchFamily="34" charset="-120"/>
              </a:rPr>
              <a:t>The Plateaus are the Real Problem</a:t>
            </a:r>
            <a:endParaRPr lang="en-US" sz="4000" dirty="0">
              <a:solidFill>
                <a:schemeClr val="bg1"/>
              </a:solidFill>
            </a:endParaRPr>
          </a:p>
        </p:txBody>
      </p:sp>
      <p:grpSp>
        <p:nvGrpSpPr>
          <p:cNvPr id="31" name="Group 30">
            <a:extLst>
              <a:ext uri="{FF2B5EF4-FFF2-40B4-BE49-F238E27FC236}">
                <a16:creationId xmlns:a16="http://schemas.microsoft.com/office/drawing/2014/main" id="{1A444EF8-18EA-F115-5EE3-161A560C176F}"/>
              </a:ext>
            </a:extLst>
          </p:cNvPr>
          <p:cNvGrpSpPr/>
          <p:nvPr/>
        </p:nvGrpSpPr>
        <p:grpSpPr>
          <a:xfrm>
            <a:off x="487680" y="1341120"/>
            <a:ext cx="3657600" cy="4754880"/>
            <a:chOff x="487680" y="1341120"/>
            <a:chExt cx="3657600" cy="4754880"/>
          </a:xfrm>
        </p:grpSpPr>
        <p:sp>
          <p:nvSpPr>
            <p:cNvPr id="4" name="Shape 2"/>
            <p:cNvSpPr/>
            <p:nvPr/>
          </p:nvSpPr>
          <p:spPr>
            <a:xfrm>
              <a:off x="487680" y="1341120"/>
              <a:ext cx="3657600" cy="4754880"/>
            </a:xfrm>
            <a:prstGeom prst="rect">
              <a:avLst/>
            </a:prstGeom>
            <a:solidFill>
              <a:srgbClr val="EDE9F9"/>
            </a:solidFill>
            <a:ln w="12700">
              <a:solidFill>
                <a:srgbClr val="D4C0F0"/>
              </a:solidFill>
              <a:prstDash val="solid"/>
            </a:ln>
            <a:effectLst>
              <a:outerShdw blurRad="63500" dist="25400" dir="8100000" algn="bl" rotWithShape="0">
                <a:srgbClr val="000000">
                  <a:alpha val="8000"/>
                </a:srgbClr>
              </a:outerShdw>
            </a:effectLst>
          </p:spPr>
          <p:txBody>
            <a:bodyPr/>
            <a:lstStyle/>
            <a:p>
              <a:endParaRPr lang="en-US" sz="2400"/>
            </a:p>
          </p:txBody>
        </p:sp>
        <p:sp>
          <p:nvSpPr>
            <p:cNvPr id="5" name="Shape 3"/>
            <p:cNvSpPr/>
            <p:nvPr/>
          </p:nvSpPr>
          <p:spPr>
            <a:xfrm>
              <a:off x="487680" y="1341120"/>
              <a:ext cx="3657600" cy="85344"/>
            </a:xfrm>
            <a:prstGeom prst="rect">
              <a:avLst/>
            </a:prstGeom>
            <a:solidFill>
              <a:srgbClr val="E8722A"/>
            </a:solidFill>
            <a:ln w="12700">
              <a:solidFill>
                <a:srgbClr val="E8722A"/>
              </a:solidFill>
              <a:prstDash val="solid"/>
            </a:ln>
          </p:spPr>
          <p:txBody>
            <a:bodyPr/>
            <a:lstStyle/>
            <a:p>
              <a:endParaRPr lang="en-US" sz="2400"/>
            </a:p>
          </p:txBody>
        </p:sp>
        <p:sp>
          <p:nvSpPr>
            <p:cNvPr id="6" name="Text 4"/>
            <p:cNvSpPr/>
            <p:nvPr/>
          </p:nvSpPr>
          <p:spPr>
            <a:xfrm>
              <a:off x="609600" y="1463040"/>
              <a:ext cx="3413760" cy="792480"/>
            </a:xfrm>
            <a:prstGeom prst="rect">
              <a:avLst/>
            </a:prstGeom>
            <a:noFill/>
            <a:ln/>
          </p:spPr>
          <p:txBody>
            <a:bodyPr wrap="square" lIns="67733" tIns="67733" rIns="67733" bIns="67733" rtlCol="0" anchor="ctr"/>
            <a:lstStyle/>
            <a:p>
              <a:pPr algn="ctr"/>
              <a:r>
                <a:rPr lang="en-US" sz="1867" b="1" dirty="0">
                  <a:solidFill>
                    <a:srgbClr val="1E1060"/>
                  </a:solidFill>
                  <a:latin typeface="Calibri" pitchFamily="34" charset="0"/>
                  <a:ea typeface="Calibri" pitchFamily="34" charset="-122"/>
                  <a:cs typeface="Calibri" pitchFamily="34" charset="-120"/>
                </a:rPr>
                <a:t>The Visibility Plateau</a:t>
              </a:r>
              <a:endParaRPr lang="en-US" sz="1867" dirty="0"/>
            </a:p>
          </p:txBody>
        </p:sp>
        <p:sp>
          <p:nvSpPr>
            <p:cNvPr id="7" name="Text 5"/>
            <p:cNvSpPr/>
            <p:nvPr/>
          </p:nvSpPr>
          <p:spPr>
            <a:xfrm>
              <a:off x="633984" y="2377440"/>
              <a:ext cx="3364992" cy="365760"/>
            </a:xfrm>
            <a:prstGeom prst="rect">
              <a:avLst/>
            </a:prstGeom>
            <a:noFill/>
            <a:ln/>
          </p:spPr>
          <p:txBody>
            <a:bodyPr wrap="square" lIns="0" tIns="0" rIns="0" bIns="0" rtlCol="0" anchor="ctr"/>
            <a:lstStyle/>
            <a:p>
              <a:r>
                <a:rPr lang="en-US" sz="1467" b="1" dirty="0">
                  <a:solidFill>
                    <a:srgbClr val="6B7280"/>
                  </a:solidFill>
                  <a:latin typeface="Calibri" pitchFamily="34" charset="0"/>
                  <a:ea typeface="Calibri" pitchFamily="34" charset="-122"/>
                  <a:cs typeface="Calibri" pitchFamily="34" charset="-120"/>
                </a:rPr>
                <a:t>It feels like:</a:t>
              </a:r>
              <a:endParaRPr lang="en-US" sz="1467" dirty="0"/>
            </a:p>
          </p:txBody>
        </p:sp>
        <p:sp>
          <p:nvSpPr>
            <p:cNvPr id="8" name="Text 6"/>
            <p:cNvSpPr/>
            <p:nvPr/>
          </p:nvSpPr>
          <p:spPr>
            <a:xfrm>
              <a:off x="633984" y="2743200"/>
              <a:ext cx="3364992" cy="1341120"/>
            </a:xfrm>
            <a:prstGeom prst="rect">
              <a:avLst/>
            </a:prstGeom>
            <a:noFill/>
            <a:ln/>
          </p:spPr>
          <p:txBody>
            <a:bodyPr wrap="square" lIns="67733" tIns="67733" rIns="67733" bIns="67733" rtlCol="0" anchor="ctr"/>
            <a:lstStyle/>
            <a:p>
              <a:r>
                <a:rPr lang="en-US" sz="1733" i="1" dirty="0">
                  <a:solidFill>
                    <a:srgbClr val="1A1A2E"/>
                  </a:solidFill>
                  <a:latin typeface="Calibri" pitchFamily="34" charset="0"/>
                  <a:ea typeface="Calibri" pitchFamily="34" charset="-122"/>
                  <a:cs typeface="Calibri" pitchFamily="34" charset="-120"/>
                </a:rPr>
                <a:t>Your monitoring is good. Alerts are firing. Dashboards are green.</a:t>
              </a:r>
              <a:endParaRPr lang="en-US" sz="1733" dirty="0"/>
            </a:p>
          </p:txBody>
        </p:sp>
        <p:sp>
          <p:nvSpPr>
            <p:cNvPr id="9" name="Shape 7"/>
            <p:cNvSpPr/>
            <p:nvPr/>
          </p:nvSpPr>
          <p:spPr>
            <a:xfrm>
              <a:off x="731520" y="4145280"/>
              <a:ext cx="3169920" cy="0"/>
            </a:xfrm>
            <a:prstGeom prst="line">
              <a:avLst/>
            </a:prstGeom>
            <a:noFill/>
            <a:ln w="12700">
              <a:solidFill>
                <a:srgbClr val="C0A8E8"/>
              </a:solidFill>
              <a:prstDash val="solid"/>
            </a:ln>
          </p:spPr>
          <p:txBody>
            <a:bodyPr/>
            <a:lstStyle/>
            <a:p>
              <a:endParaRPr lang="en-US" sz="2400"/>
            </a:p>
          </p:txBody>
        </p:sp>
        <p:sp>
          <p:nvSpPr>
            <p:cNvPr id="10" name="Text 8"/>
            <p:cNvSpPr/>
            <p:nvPr/>
          </p:nvSpPr>
          <p:spPr>
            <a:xfrm>
              <a:off x="633984" y="4267200"/>
              <a:ext cx="3364992" cy="365760"/>
            </a:xfrm>
            <a:prstGeom prst="rect">
              <a:avLst/>
            </a:prstGeom>
            <a:noFill/>
            <a:ln/>
          </p:spPr>
          <p:txBody>
            <a:bodyPr wrap="square" lIns="0" tIns="0" rIns="0" bIns="0" rtlCol="0" anchor="ctr"/>
            <a:lstStyle/>
            <a:p>
              <a:r>
                <a:rPr lang="en-US" sz="1467" b="1" dirty="0">
                  <a:solidFill>
                    <a:srgbClr val="E8722A"/>
                  </a:solidFill>
                  <a:latin typeface="Calibri" pitchFamily="34" charset="0"/>
                  <a:ea typeface="Calibri" pitchFamily="34" charset="-122"/>
                  <a:cs typeface="Calibri" pitchFamily="34" charset="-120"/>
                </a:rPr>
                <a:t>The reality:</a:t>
              </a:r>
              <a:endParaRPr lang="en-US" sz="1467" dirty="0"/>
            </a:p>
          </p:txBody>
        </p:sp>
        <p:sp>
          <p:nvSpPr>
            <p:cNvPr id="11" name="Text 9"/>
            <p:cNvSpPr/>
            <p:nvPr/>
          </p:nvSpPr>
          <p:spPr>
            <a:xfrm>
              <a:off x="633984" y="4632960"/>
              <a:ext cx="3364992" cy="1097280"/>
            </a:xfrm>
            <a:prstGeom prst="rect">
              <a:avLst/>
            </a:prstGeom>
            <a:noFill/>
            <a:ln/>
          </p:spPr>
          <p:txBody>
            <a:bodyPr wrap="square" lIns="67733" tIns="67733" rIns="67733" bIns="67733" rtlCol="0" anchor="ctr"/>
            <a:lstStyle/>
            <a:p>
              <a:r>
                <a:rPr lang="en-US" sz="1733" b="1" dirty="0">
                  <a:solidFill>
                    <a:srgbClr val="1A1A2E"/>
                  </a:solidFill>
                  <a:latin typeface="Calibri" pitchFamily="34" charset="0"/>
                  <a:ea typeface="Calibri" pitchFamily="34" charset="-122"/>
                  <a:cs typeface="Calibri" pitchFamily="34" charset="-120"/>
                </a:rPr>
                <a:t>Alerts everywhere. Context nowhere. Your best engineer is still the system</a:t>
              </a:r>
              <a:endParaRPr lang="en-US" sz="1733" dirty="0"/>
            </a:p>
          </p:txBody>
        </p:sp>
      </p:grpSp>
      <p:grpSp>
        <p:nvGrpSpPr>
          <p:cNvPr id="32" name="Group 31">
            <a:extLst>
              <a:ext uri="{FF2B5EF4-FFF2-40B4-BE49-F238E27FC236}">
                <a16:creationId xmlns:a16="http://schemas.microsoft.com/office/drawing/2014/main" id="{DC420321-3539-191F-A70F-8E52218BB667}"/>
              </a:ext>
            </a:extLst>
          </p:cNvPr>
          <p:cNvGrpSpPr/>
          <p:nvPr/>
        </p:nvGrpSpPr>
        <p:grpSpPr>
          <a:xfrm>
            <a:off x="4328160" y="1341120"/>
            <a:ext cx="3657600" cy="4754880"/>
            <a:chOff x="4328160" y="1341120"/>
            <a:chExt cx="3657600" cy="4754880"/>
          </a:xfrm>
        </p:grpSpPr>
        <p:sp>
          <p:nvSpPr>
            <p:cNvPr id="12" name="Shape 10"/>
            <p:cNvSpPr/>
            <p:nvPr/>
          </p:nvSpPr>
          <p:spPr>
            <a:xfrm>
              <a:off x="4328160" y="1341120"/>
              <a:ext cx="3657600" cy="4754880"/>
            </a:xfrm>
            <a:prstGeom prst="rect">
              <a:avLst/>
            </a:prstGeom>
            <a:solidFill>
              <a:srgbClr val="EDE9F9"/>
            </a:solidFill>
            <a:ln w="12700">
              <a:solidFill>
                <a:srgbClr val="D4C0F0"/>
              </a:solidFill>
              <a:prstDash val="solid"/>
            </a:ln>
            <a:effectLst>
              <a:outerShdw blurRad="63500" dist="25400" dir="8100000" algn="bl" rotWithShape="0">
                <a:srgbClr val="000000">
                  <a:alpha val="8000"/>
                </a:srgbClr>
              </a:outerShdw>
            </a:effectLst>
          </p:spPr>
          <p:txBody>
            <a:bodyPr/>
            <a:lstStyle/>
            <a:p>
              <a:endParaRPr lang="en-US" sz="2400"/>
            </a:p>
          </p:txBody>
        </p:sp>
        <p:sp>
          <p:nvSpPr>
            <p:cNvPr id="13" name="Shape 11"/>
            <p:cNvSpPr/>
            <p:nvPr/>
          </p:nvSpPr>
          <p:spPr>
            <a:xfrm>
              <a:off x="4328160" y="1341120"/>
              <a:ext cx="3657600" cy="85344"/>
            </a:xfrm>
            <a:prstGeom prst="rect">
              <a:avLst/>
            </a:prstGeom>
            <a:solidFill>
              <a:srgbClr val="E8722A"/>
            </a:solidFill>
            <a:ln w="12700">
              <a:solidFill>
                <a:srgbClr val="E8722A"/>
              </a:solidFill>
              <a:prstDash val="solid"/>
            </a:ln>
          </p:spPr>
          <p:txBody>
            <a:bodyPr/>
            <a:lstStyle/>
            <a:p>
              <a:endParaRPr lang="en-US" sz="2400"/>
            </a:p>
          </p:txBody>
        </p:sp>
        <p:sp>
          <p:nvSpPr>
            <p:cNvPr id="14" name="Text 12"/>
            <p:cNvSpPr/>
            <p:nvPr/>
          </p:nvSpPr>
          <p:spPr>
            <a:xfrm>
              <a:off x="4450080" y="1463040"/>
              <a:ext cx="3413760" cy="792480"/>
            </a:xfrm>
            <a:prstGeom prst="rect">
              <a:avLst/>
            </a:prstGeom>
            <a:noFill/>
            <a:ln/>
          </p:spPr>
          <p:txBody>
            <a:bodyPr wrap="square" lIns="67733" tIns="67733" rIns="67733" bIns="67733" rtlCol="0" anchor="ctr"/>
            <a:lstStyle/>
            <a:p>
              <a:pPr algn="ctr"/>
              <a:r>
                <a:rPr lang="en-US" sz="1867" b="1" dirty="0">
                  <a:solidFill>
                    <a:srgbClr val="1E1060"/>
                  </a:solidFill>
                  <a:latin typeface="Calibri" pitchFamily="34" charset="0"/>
                  <a:ea typeface="Calibri" pitchFamily="34" charset="-122"/>
                  <a:cs typeface="Calibri" pitchFamily="34" charset="-120"/>
                </a:rPr>
                <a:t>The Automation Ceiling</a:t>
              </a:r>
              <a:endParaRPr lang="en-US" sz="1867" dirty="0"/>
            </a:p>
          </p:txBody>
        </p:sp>
        <p:sp>
          <p:nvSpPr>
            <p:cNvPr id="15" name="Text 13"/>
            <p:cNvSpPr/>
            <p:nvPr/>
          </p:nvSpPr>
          <p:spPr>
            <a:xfrm>
              <a:off x="4474464" y="2377440"/>
              <a:ext cx="3364992" cy="365760"/>
            </a:xfrm>
            <a:prstGeom prst="rect">
              <a:avLst/>
            </a:prstGeom>
            <a:noFill/>
            <a:ln/>
          </p:spPr>
          <p:txBody>
            <a:bodyPr wrap="square" lIns="0" tIns="0" rIns="0" bIns="0" rtlCol="0" anchor="ctr"/>
            <a:lstStyle/>
            <a:p>
              <a:r>
                <a:rPr lang="en-US" sz="1467" b="1" dirty="0">
                  <a:solidFill>
                    <a:srgbClr val="6B7280"/>
                  </a:solidFill>
                  <a:latin typeface="Calibri" pitchFamily="34" charset="0"/>
                  <a:ea typeface="Calibri" pitchFamily="34" charset="-122"/>
                  <a:cs typeface="Calibri" pitchFamily="34" charset="-120"/>
                </a:rPr>
                <a:t>It feels like:</a:t>
              </a:r>
              <a:endParaRPr lang="en-US" sz="1467" dirty="0"/>
            </a:p>
          </p:txBody>
        </p:sp>
        <p:sp>
          <p:nvSpPr>
            <p:cNvPr id="16" name="Text 14"/>
            <p:cNvSpPr/>
            <p:nvPr/>
          </p:nvSpPr>
          <p:spPr>
            <a:xfrm>
              <a:off x="4474464" y="2743200"/>
              <a:ext cx="3364992" cy="1341120"/>
            </a:xfrm>
            <a:prstGeom prst="rect">
              <a:avLst/>
            </a:prstGeom>
            <a:noFill/>
            <a:ln/>
          </p:spPr>
          <p:txBody>
            <a:bodyPr wrap="square" lIns="67733" tIns="67733" rIns="67733" bIns="67733" rtlCol="0" anchor="ctr"/>
            <a:lstStyle/>
            <a:p>
              <a:r>
                <a:rPr lang="en-US" sz="1700" i="1" dirty="0">
                  <a:solidFill>
                    <a:srgbClr val="1A1A2E"/>
                  </a:solidFill>
                  <a:latin typeface="Calibri"/>
                  <a:ea typeface="Calibri"/>
                  <a:cs typeface="Calibri"/>
                </a:rPr>
                <a:t>You have runbooks. You have scripts. You've automated a lot.</a:t>
              </a:r>
              <a:endParaRPr lang="en-US" sz="1700" dirty="0">
                <a:latin typeface="Calibri"/>
                <a:ea typeface="Calibri"/>
                <a:cs typeface="Calibri"/>
              </a:endParaRPr>
            </a:p>
          </p:txBody>
        </p:sp>
        <p:sp>
          <p:nvSpPr>
            <p:cNvPr id="17" name="Shape 15"/>
            <p:cNvSpPr/>
            <p:nvPr/>
          </p:nvSpPr>
          <p:spPr>
            <a:xfrm>
              <a:off x="4572000" y="4145280"/>
              <a:ext cx="3169920" cy="0"/>
            </a:xfrm>
            <a:prstGeom prst="line">
              <a:avLst/>
            </a:prstGeom>
            <a:noFill/>
            <a:ln w="12700">
              <a:solidFill>
                <a:srgbClr val="C0A8E8"/>
              </a:solidFill>
              <a:prstDash val="solid"/>
            </a:ln>
          </p:spPr>
          <p:txBody>
            <a:bodyPr/>
            <a:lstStyle/>
            <a:p>
              <a:endParaRPr lang="en-US" sz="2400"/>
            </a:p>
          </p:txBody>
        </p:sp>
        <p:sp>
          <p:nvSpPr>
            <p:cNvPr id="18" name="Text 16"/>
            <p:cNvSpPr/>
            <p:nvPr/>
          </p:nvSpPr>
          <p:spPr>
            <a:xfrm>
              <a:off x="4474464" y="4267200"/>
              <a:ext cx="3364992" cy="365760"/>
            </a:xfrm>
            <a:prstGeom prst="rect">
              <a:avLst/>
            </a:prstGeom>
            <a:noFill/>
            <a:ln/>
          </p:spPr>
          <p:txBody>
            <a:bodyPr wrap="square" lIns="0" tIns="0" rIns="0" bIns="0" rtlCol="0" anchor="ctr"/>
            <a:lstStyle/>
            <a:p>
              <a:r>
                <a:rPr lang="en-US" sz="1467" b="1" dirty="0">
                  <a:solidFill>
                    <a:srgbClr val="E8722A"/>
                  </a:solidFill>
                  <a:latin typeface="Calibri" pitchFamily="34" charset="0"/>
                  <a:ea typeface="Calibri" pitchFamily="34" charset="-122"/>
                  <a:cs typeface="Calibri" pitchFamily="34" charset="-120"/>
                </a:rPr>
                <a:t>The reality:</a:t>
              </a:r>
              <a:endParaRPr lang="en-US" sz="1467" dirty="0"/>
            </a:p>
          </p:txBody>
        </p:sp>
        <p:sp>
          <p:nvSpPr>
            <p:cNvPr id="19" name="Text 17"/>
            <p:cNvSpPr/>
            <p:nvPr/>
          </p:nvSpPr>
          <p:spPr>
            <a:xfrm>
              <a:off x="4474464" y="4632960"/>
              <a:ext cx="3364992" cy="1097280"/>
            </a:xfrm>
            <a:prstGeom prst="rect">
              <a:avLst/>
            </a:prstGeom>
            <a:noFill/>
            <a:ln/>
          </p:spPr>
          <p:txBody>
            <a:bodyPr wrap="square" lIns="67733" tIns="67733" rIns="67733" bIns="67733" rtlCol="0" anchor="ctr"/>
            <a:lstStyle/>
            <a:p>
              <a:r>
                <a:rPr lang="en-US" sz="1700" b="1">
                  <a:solidFill>
                    <a:srgbClr val="1A1A2E"/>
                  </a:solidFill>
                  <a:latin typeface="Calibri"/>
                  <a:ea typeface="Calibri"/>
                  <a:cs typeface="Calibri"/>
                </a:rPr>
                <a:t>Nobody runs them during an </a:t>
              </a:r>
              <a:r>
                <a:rPr lang="en-US" sz="1700" b="1" dirty="0">
                  <a:solidFill>
                    <a:srgbClr val="1A1A2E"/>
                  </a:solidFill>
                  <a:latin typeface="Calibri"/>
                  <a:ea typeface="Calibri"/>
                  <a:cs typeface="Calibri"/>
                </a:rPr>
                <a:t>actual crisis.</a:t>
              </a:r>
              <a:endParaRPr lang="en-US" sz="1700" dirty="0">
                <a:latin typeface="Calibri"/>
                <a:ea typeface="Calibri"/>
                <a:cs typeface="Calibri"/>
              </a:endParaRPr>
            </a:p>
          </p:txBody>
        </p:sp>
      </p:grpSp>
      <p:grpSp>
        <p:nvGrpSpPr>
          <p:cNvPr id="33" name="Group 32">
            <a:extLst>
              <a:ext uri="{FF2B5EF4-FFF2-40B4-BE49-F238E27FC236}">
                <a16:creationId xmlns:a16="http://schemas.microsoft.com/office/drawing/2014/main" id="{5DD12A1E-B33A-0519-098D-465BC9E3B8C9}"/>
              </a:ext>
            </a:extLst>
          </p:cNvPr>
          <p:cNvGrpSpPr/>
          <p:nvPr/>
        </p:nvGrpSpPr>
        <p:grpSpPr>
          <a:xfrm>
            <a:off x="8168640" y="1341120"/>
            <a:ext cx="3657600" cy="4754880"/>
            <a:chOff x="8168640" y="1341120"/>
            <a:chExt cx="3657600" cy="4754880"/>
          </a:xfrm>
        </p:grpSpPr>
        <p:sp>
          <p:nvSpPr>
            <p:cNvPr id="20" name="Shape 18"/>
            <p:cNvSpPr/>
            <p:nvPr/>
          </p:nvSpPr>
          <p:spPr>
            <a:xfrm>
              <a:off x="8168640" y="1341120"/>
              <a:ext cx="3657600" cy="4754880"/>
            </a:xfrm>
            <a:prstGeom prst="rect">
              <a:avLst/>
            </a:prstGeom>
            <a:solidFill>
              <a:srgbClr val="EDE9F9"/>
            </a:solidFill>
            <a:ln w="12700">
              <a:solidFill>
                <a:srgbClr val="D4C0F0"/>
              </a:solidFill>
              <a:prstDash val="solid"/>
            </a:ln>
            <a:effectLst>
              <a:outerShdw blurRad="63500" dist="25400" dir="8100000" algn="bl" rotWithShape="0">
                <a:srgbClr val="000000">
                  <a:alpha val="8000"/>
                </a:srgbClr>
              </a:outerShdw>
            </a:effectLst>
          </p:spPr>
          <p:txBody>
            <a:bodyPr/>
            <a:lstStyle/>
            <a:p>
              <a:endParaRPr lang="en-US" sz="2400"/>
            </a:p>
          </p:txBody>
        </p:sp>
        <p:sp>
          <p:nvSpPr>
            <p:cNvPr id="21" name="Shape 19"/>
            <p:cNvSpPr/>
            <p:nvPr/>
          </p:nvSpPr>
          <p:spPr>
            <a:xfrm>
              <a:off x="8168640" y="1341120"/>
              <a:ext cx="3657600" cy="85344"/>
            </a:xfrm>
            <a:prstGeom prst="rect">
              <a:avLst/>
            </a:prstGeom>
            <a:solidFill>
              <a:srgbClr val="E8722A"/>
            </a:solidFill>
            <a:ln w="12700">
              <a:solidFill>
                <a:srgbClr val="E8722A"/>
              </a:solidFill>
              <a:prstDash val="solid"/>
            </a:ln>
          </p:spPr>
          <p:txBody>
            <a:bodyPr/>
            <a:lstStyle/>
            <a:p>
              <a:endParaRPr lang="en-US" sz="2400"/>
            </a:p>
          </p:txBody>
        </p:sp>
        <p:sp>
          <p:nvSpPr>
            <p:cNvPr id="22" name="Text 20"/>
            <p:cNvSpPr/>
            <p:nvPr/>
          </p:nvSpPr>
          <p:spPr>
            <a:xfrm>
              <a:off x="8290560" y="1463040"/>
              <a:ext cx="3413760" cy="792480"/>
            </a:xfrm>
            <a:prstGeom prst="rect">
              <a:avLst/>
            </a:prstGeom>
            <a:noFill/>
            <a:ln/>
          </p:spPr>
          <p:txBody>
            <a:bodyPr wrap="square" lIns="67733" tIns="67733" rIns="67733" bIns="67733" rtlCol="0" anchor="ctr"/>
            <a:lstStyle/>
            <a:p>
              <a:pPr algn="ctr"/>
              <a:r>
                <a:rPr lang="en-US" sz="1867" b="1" dirty="0">
                  <a:solidFill>
                    <a:srgbClr val="1E1060"/>
                  </a:solidFill>
                  <a:latin typeface="Calibri" pitchFamily="34" charset="0"/>
                  <a:ea typeface="Calibri" pitchFamily="34" charset="-122"/>
                  <a:cs typeface="Calibri" pitchFamily="34" charset="-120"/>
                </a:rPr>
                <a:t>Trust in Intelligent Systems</a:t>
              </a:r>
              <a:endParaRPr lang="en-US" sz="1867" dirty="0"/>
            </a:p>
          </p:txBody>
        </p:sp>
        <p:sp>
          <p:nvSpPr>
            <p:cNvPr id="23" name="Text 21"/>
            <p:cNvSpPr/>
            <p:nvPr/>
          </p:nvSpPr>
          <p:spPr>
            <a:xfrm>
              <a:off x="8314944" y="2377440"/>
              <a:ext cx="3364992" cy="365760"/>
            </a:xfrm>
            <a:prstGeom prst="rect">
              <a:avLst/>
            </a:prstGeom>
            <a:noFill/>
            <a:ln/>
          </p:spPr>
          <p:txBody>
            <a:bodyPr wrap="square" lIns="0" tIns="0" rIns="0" bIns="0" rtlCol="0" anchor="ctr"/>
            <a:lstStyle/>
            <a:p>
              <a:r>
                <a:rPr lang="en-US" sz="1467" b="1" dirty="0">
                  <a:solidFill>
                    <a:srgbClr val="6B7280"/>
                  </a:solidFill>
                  <a:latin typeface="Calibri" pitchFamily="34" charset="0"/>
                  <a:ea typeface="Calibri" pitchFamily="34" charset="-122"/>
                  <a:cs typeface="Calibri" pitchFamily="34" charset="-120"/>
                </a:rPr>
                <a:t>It feels like:</a:t>
              </a:r>
              <a:endParaRPr lang="en-US" sz="1467" dirty="0"/>
            </a:p>
          </p:txBody>
        </p:sp>
        <p:sp>
          <p:nvSpPr>
            <p:cNvPr id="24" name="Text 22"/>
            <p:cNvSpPr/>
            <p:nvPr/>
          </p:nvSpPr>
          <p:spPr>
            <a:xfrm>
              <a:off x="8314944" y="2743200"/>
              <a:ext cx="3364992" cy="1341120"/>
            </a:xfrm>
            <a:prstGeom prst="rect">
              <a:avLst/>
            </a:prstGeom>
            <a:noFill/>
            <a:ln/>
          </p:spPr>
          <p:txBody>
            <a:bodyPr wrap="square" lIns="67733" tIns="67733" rIns="67733" bIns="67733" rtlCol="0" anchor="ctr"/>
            <a:lstStyle/>
            <a:p>
              <a:r>
                <a:rPr lang="en-US" sz="1733" i="1" dirty="0">
                  <a:solidFill>
                    <a:srgbClr val="1A1A2E"/>
                  </a:solidFill>
                  <a:latin typeface="Calibri" pitchFamily="34" charset="0"/>
                  <a:ea typeface="Calibri" pitchFamily="34" charset="-122"/>
                  <a:cs typeface="Calibri" pitchFamily="34" charset="-120"/>
                </a:rPr>
                <a:t>AI is doing useful things in demos and pilots.</a:t>
              </a:r>
              <a:endParaRPr lang="en-US" sz="1733" dirty="0"/>
            </a:p>
          </p:txBody>
        </p:sp>
        <p:sp>
          <p:nvSpPr>
            <p:cNvPr id="25" name="Shape 23"/>
            <p:cNvSpPr/>
            <p:nvPr/>
          </p:nvSpPr>
          <p:spPr>
            <a:xfrm>
              <a:off x="8412480" y="4145280"/>
              <a:ext cx="3169920" cy="0"/>
            </a:xfrm>
            <a:prstGeom prst="line">
              <a:avLst/>
            </a:prstGeom>
            <a:noFill/>
            <a:ln w="12700">
              <a:solidFill>
                <a:srgbClr val="C0A8E8"/>
              </a:solidFill>
              <a:prstDash val="solid"/>
            </a:ln>
          </p:spPr>
          <p:txBody>
            <a:bodyPr/>
            <a:lstStyle/>
            <a:p>
              <a:endParaRPr lang="en-US" sz="2400"/>
            </a:p>
          </p:txBody>
        </p:sp>
        <p:sp>
          <p:nvSpPr>
            <p:cNvPr id="26" name="Text 24"/>
            <p:cNvSpPr/>
            <p:nvPr/>
          </p:nvSpPr>
          <p:spPr>
            <a:xfrm>
              <a:off x="8314944" y="4267200"/>
              <a:ext cx="3364992" cy="365760"/>
            </a:xfrm>
            <a:prstGeom prst="rect">
              <a:avLst/>
            </a:prstGeom>
            <a:noFill/>
            <a:ln/>
          </p:spPr>
          <p:txBody>
            <a:bodyPr wrap="square" lIns="0" tIns="0" rIns="0" bIns="0" rtlCol="0" anchor="ctr"/>
            <a:lstStyle/>
            <a:p>
              <a:r>
                <a:rPr lang="en-US" sz="1467" b="1" dirty="0">
                  <a:solidFill>
                    <a:srgbClr val="E8722A"/>
                  </a:solidFill>
                  <a:latin typeface="Calibri" pitchFamily="34" charset="0"/>
                  <a:ea typeface="Calibri" pitchFamily="34" charset="-122"/>
                  <a:cs typeface="Calibri" pitchFamily="34" charset="-120"/>
                </a:rPr>
                <a:t>The reality:</a:t>
              </a:r>
              <a:endParaRPr lang="en-US" sz="1467" dirty="0"/>
            </a:p>
          </p:txBody>
        </p:sp>
        <p:sp>
          <p:nvSpPr>
            <p:cNvPr id="27" name="Text 25"/>
            <p:cNvSpPr/>
            <p:nvPr/>
          </p:nvSpPr>
          <p:spPr>
            <a:xfrm>
              <a:off x="8314944" y="4632960"/>
              <a:ext cx="3364992" cy="1097280"/>
            </a:xfrm>
            <a:prstGeom prst="rect">
              <a:avLst/>
            </a:prstGeom>
            <a:noFill/>
            <a:ln/>
          </p:spPr>
          <p:txBody>
            <a:bodyPr wrap="square" lIns="67733" tIns="67733" rIns="67733" bIns="67733" rtlCol="0" anchor="ctr"/>
            <a:lstStyle/>
            <a:p>
              <a:r>
                <a:rPr lang="en-US" sz="1700" b="1">
                  <a:solidFill>
                    <a:srgbClr val="1A1A2E"/>
                  </a:solidFill>
                  <a:latin typeface="Calibri"/>
                  <a:ea typeface="Calibri"/>
                  <a:cs typeface="Calibri"/>
                </a:rPr>
                <a:t>When the pressure is on, the </a:t>
              </a:r>
              <a:r>
                <a:rPr lang="en-US" sz="1700" b="1" dirty="0">
                  <a:solidFill>
                    <a:srgbClr val="1A1A2E"/>
                  </a:solidFill>
                  <a:latin typeface="Calibri"/>
                  <a:ea typeface="Calibri"/>
                  <a:cs typeface="Calibri"/>
                </a:rPr>
                <a:t>team goes back to what they know.</a:t>
              </a:r>
              <a:endParaRPr lang="en-US" sz="1700" dirty="0">
                <a:latin typeface="Calibri"/>
                <a:ea typeface="Calibri"/>
                <a:cs typeface="Calibri"/>
              </a:endParaRPr>
            </a:p>
          </p:txBody>
        </p:sp>
      </p:grpSp>
      <p:sp>
        <p:nvSpPr>
          <p:cNvPr id="28" name="Text 26"/>
          <p:cNvSpPr/>
          <p:nvPr/>
        </p:nvSpPr>
        <p:spPr>
          <a:xfrm>
            <a:off x="1646419" y="6233910"/>
            <a:ext cx="8899161" cy="487680"/>
          </a:xfrm>
          <a:prstGeom prst="rect">
            <a:avLst/>
          </a:prstGeom>
          <a:noFill/>
          <a:ln/>
        </p:spPr>
        <p:txBody>
          <a:bodyPr wrap="square" rtlCol="0" anchor="ctr"/>
          <a:lstStyle/>
          <a:p>
            <a:pPr algn="ctr"/>
            <a:r>
              <a:rPr lang="en-US" sz="1733" i="1" dirty="0">
                <a:solidFill>
                  <a:schemeClr val="accent4"/>
                </a:solidFill>
                <a:latin typeface="Calibri" pitchFamily="34" charset="0"/>
                <a:ea typeface="Calibri" pitchFamily="34" charset="-122"/>
                <a:cs typeface="Calibri" pitchFamily="34" charset="-120"/>
              </a:rPr>
              <a:t>Getting stuck here is not a failure of effort. It is a failure of orientation. You cannot move forward if you do not know where you are.</a:t>
            </a:r>
            <a:endParaRPr lang="en-US" sz="1733" dirty="0">
              <a:solidFill>
                <a:schemeClr val="accent4"/>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dissolve">
                                      <p:cBhvr>
                                        <p:cTn id="7" dur="5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dissolve">
                                      <p:cBhvr>
                                        <p:cTn id="12" dur="5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dissolve">
                                      <p:cBhvr>
                                        <p:cTn id="17" dur="5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dissolve">
                                      <p:cBhvr>
                                        <p:cTn id="22"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304800"/>
            <a:ext cx="10972800" cy="731520"/>
          </a:xfrm>
          <a:prstGeom prst="rect">
            <a:avLst/>
          </a:prstGeom>
          <a:noFill/>
          <a:ln/>
        </p:spPr>
        <p:txBody>
          <a:bodyPr wrap="square" lIns="0" tIns="0" rIns="0" bIns="0" rtlCol="0" anchor="ctr"/>
          <a:lstStyle/>
          <a:p>
            <a:r>
              <a:rPr lang="en-US" sz="4000" b="1" dirty="0">
                <a:solidFill>
                  <a:srgbClr val="FFFFFF"/>
                </a:solidFill>
                <a:latin typeface="Calibri" pitchFamily="34" charset="0"/>
                <a:ea typeface="Calibri" pitchFamily="34" charset="-122"/>
                <a:cs typeface="Calibri" pitchFamily="34" charset="-120"/>
              </a:rPr>
              <a:t>AI is not the Destination</a:t>
            </a:r>
            <a:endParaRPr lang="en-US" sz="4000" dirty="0"/>
          </a:p>
        </p:txBody>
      </p:sp>
      <p:sp>
        <p:nvSpPr>
          <p:cNvPr id="3" name="Text 1"/>
          <p:cNvSpPr/>
          <p:nvPr/>
        </p:nvSpPr>
        <p:spPr>
          <a:xfrm>
            <a:off x="609600" y="999744"/>
            <a:ext cx="10972800" cy="548640"/>
          </a:xfrm>
          <a:prstGeom prst="rect">
            <a:avLst/>
          </a:prstGeom>
          <a:noFill/>
          <a:ln/>
        </p:spPr>
        <p:txBody>
          <a:bodyPr wrap="square" lIns="0" tIns="0" rIns="0" bIns="0" rtlCol="0" anchor="ctr"/>
          <a:lstStyle/>
          <a:p>
            <a:r>
              <a:rPr lang="en-US" sz="2400" i="1" dirty="0">
                <a:solidFill>
                  <a:srgbClr val="E8722A"/>
                </a:solidFill>
                <a:latin typeface="Calibri" pitchFamily="34" charset="0"/>
                <a:ea typeface="Calibri" pitchFamily="34" charset="-122"/>
                <a:cs typeface="Calibri" pitchFamily="34" charset="-120"/>
              </a:rPr>
              <a:t>It is the catalyst for wherever you are right now.</a:t>
            </a:r>
            <a:endParaRPr lang="en-US" sz="2400" dirty="0"/>
          </a:p>
        </p:txBody>
      </p:sp>
      <p:sp>
        <p:nvSpPr>
          <p:cNvPr id="6" name="Shape 4"/>
          <p:cNvSpPr/>
          <p:nvPr/>
        </p:nvSpPr>
        <p:spPr>
          <a:xfrm>
            <a:off x="3596640" y="1975104"/>
            <a:ext cx="0" cy="707136"/>
          </a:xfrm>
          <a:prstGeom prst="line">
            <a:avLst/>
          </a:prstGeom>
          <a:noFill/>
          <a:ln w="12700">
            <a:solidFill>
              <a:srgbClr val="4D3AAA"/>
            </a:solidFill>
            <a:prstDash val="solid"/>
          </a:ln>
        </p:spPr>
        <p:txBody>
          <a:bodyPr/>
          <a:lstStyle/>
          <a:p>
            <a:endParaRPr lang="en-US" sz="2400"/>
          </a:p>
        </p:txBody>
      </p:sp>
      <p:sp>
        <p:nvSpPr>
          <p:cNvPr id="20" name="Text 18"/>
          <p:cNvSpPr/>
          <p:nvPr/>
        </p:nvSpPr>
        <p:spPr>
          <a:xfrm>
            <a:off x="2995534" y="6272784"/>
            <a:ext cx="6200931" cy="560832"/>
          </a:xfrm>
          <a:prstGeom prst="rect">
            <a:avLst/>
          </a:prstGeom>
          <a:noFill/>
          <a:ln/>
        </p:spPr>
        <p:txBody>
          <a:bodyPr wrap="square" lIns="91440" tIns="45720" rIns="91440" bIns="45720" rtlCol="0" anchor="ctr"/>
          <a:lstStyle/>
          <a:p>
            <a:pPr algn="ctr"/>
            <a:r>
              <a:rPr lang="en-US" sz="1850" i="1" dirty="0">
                <a:solidFill>
                  <a:schemeClr val="accent4"/>
                </a:solidFill>
                <a:latin typeface="Calibri"/>
                <a:ea typeface="Calibri"/>
                <a:cs typeface="Calibri"/>
              </a:rPr>
              <a:t>The stage determines the job. The job </a:t>
            </a:r>
            <a:r>
              <a:rPr lang="en-US" sz="1850" i="1">
                <a:solidFill>
                  <a:schemeClr val="accent4"/>
                </a:solidFill>
                <a:latin typeface="Calibri"/>
                <a:ea typeface="Calibri"/>
                <a:cs typeface="Calibri"/>
              </a:rPr>
              <a:t>determines</a:t>
            </a:r>
            <a:r>
              <a:rPr lang="en-US" sz="1850" i="1" dirty="0">
                <a:solidFill>
                  <a:schemeClr val="accent4"/>
                </a:solidFill>
                <a:latin typeface="Calibri"/>
                <a:ea typeface="Calibri"/>
                <a:cs typeface="Calibri"/>
              </a:rPr>
              <a:t> how AI fits.</a:t>
            </a:r>
            <a:endParaRPr lang="en-US" sz="1850" dirty="0">
              <a:solidFill>
                <a:schemeClr val="accent4"/>
              </a:solidFill>
              <a:latin typeface="Calibri"/>
              <a:ea typeface="Calibri"/>
              <a:cs typeface="Calibri"/>
            </a:endParaRPr>
          </a:p>
        </p:txBody>
      </p:sp>
      <p:grpSp>
        <p:nvGrpSpPr>
          <p:cNvPr id="37" name="Group 36">
            <a:extLst>
              <a:ext uri="{FF2B5EF4-FFF2-40B4-BE49-F238E27FC236}">
                <a16:creationId xmlns:a16="http://schemas.microsoft.com/office/drawing/2014/main" id="{27768367-70C7-1286-E2C0-55A7EA1EA99F}"/>
              </a:ext>
            </a:extLst>
          </p:cNvPr>
          <p:cNvGrpSpPr/>
          <p:nvPr/>
        </p:nvGrpSpPr>
        <p:grpSpPr>
          <a:xfrm>
            <a:off x="487680" y="1828800"/>
            <a:ext cx="11216640" cy="999744"/>
            <a:chOff x="487680" y="1828800"/>
            <a:chExt cx="11216640" cy="999744"/>
          </a:xfrm>
        </p:grpSpPr>
        <p:grpSp>
          <p:nvGrpSpPr>
            <p:cNvPr id="23" name="Group 22">
              <a:extLst>
                <a:ext uri="{FF2B5EF4-FFF2-40B4-BE49-F238E27FC236}">
                  <a16:creationId xmlns:a16="http://schemas.microsoft.com/office/drawing/2014/main" id="{39482E7C-CF91-41E7-FFDF-9CF84C0D5777}"/>
                </a:ext>
              </a:extLst>
            </p:cNvPr>
            <p:cNvGrpSpPr/>
            <p:nvPr/>
          </p:nvGrpSpPr>
          <p:grpSpPr>
            <a:xfrm>
              <a:off x="487680" y="1828800"/>
              <a:ext cx="11216640" cy="999744"/>
              <a:chOff x="487680" y="1828800"/>
              <a:chExt cx="11216640" cy="999744"/>
            </a:xfrm>
          </p:grpSpPr>
          <p:sp>
            <p:nvSpPr>
              <p:cNvPr id="4" name="Shape 2"/>
              <p:cNvSpPr/>
              <p:nvPr/>
            </p:nvSpPr>
            <p:spPr>
              <a:xfrm>
                <a:off x="487680" y="1828800"/>
                <a:ext cx="11216640" cy="999744"/>
              </a:xfrm>
              <a:prstGeom prst="rect">
                <a:avLst/>
              </a:prstGeom>
              <a:solidFill>
                <a:srgbClr val="2A1A7A"/>
              </a:solidFill>
              <a:ln w="12700">
                <a:solidFill>
                  <a:srgbClr val="3D2A9E"/>
                </a:solidFill>
                <a:prstDash val="solid"/>
              </a:ln>
            </p:spPr>
            <p:txBody>
              <a:bodyPr/>
              <a:lstStyle/>
              <a:p>
                <a:endParaRPr lang="en-US" sz="2400"/>
              </a:p>
            </p:txBody>
          </p:sp>
          <p:sp>
            <p:nvSpPr>
              <p:cNvPr id="5" name="Text 3"/>
              <p:cNvSpPr/>
              <p:nvPr/>
            </p:nvSpPr>
            <p:spPr>
              <a:xfrm>
                <a:off x="670560" y="1926336"/>
                <a:ext cx="2926080" cy="804672"/>
              </a:xfrm>
              <a:prstGeom prst="rect">
                <a:avLst/>
              </a:prstGeom>
              <a:noFill/>
              <a:ln/>
            </p:spPr>
            <p:txBody>
              <a:bodyPr wrap="square" lIns="67733" tIns="67733" rIns="67733" bIns="67733" rtlCol="0" anchor="ctr"/>
              <a:lstStyle/>
              <a:p>
                <a:r>
                  <a:rPr lang="en-US" sz="1733" b="1" dirty="0">
                    <a:solidFill>
                      <a:srgbClr val="00B0F0"/>
                    </a:solidFill>
                    <a:latin typeface="Calibri" pitchFamily="34" charset="0"/>
                    <a:ea typeface="Calibri" pitchFamily="34" charset="-122"/>
                    <a:cs typeface="Calibri" pitchFamily="34" charset="-120"/>
                  </a:rPr>
                  <a:t>Aware</a:t>
                </a:r>
                <a:endParaRPr lang="en-US" sz="1733" dirty="0">
                  <a:solidFill>
                    <a:srgbClr val="00B0F0"/>
                  </a:solidFill>
                </a:endParaRPr>
              </a:p>
            </p:txBody>
          </p:sp>
          <p:sp>
            <p:nvSpPr>
              <p:cNvPr id="7" name="Text 5"/>
              <p:cNvSpPr/>
              <p:nvPr/>
            </p:nvSpPr>
            <p:spPr>
              <a:xfrm>
                <a:off x="3779520" y="1926336"/>
                <a:ext cx="7741920" cy="804672"/>
              </a:xfrm>
              <a:prstGeom prst="rect">
                <a:avLst/>
              </a:prstGeom>
              <a:noFill/>
              <a:ln/>
            </p:spPr>
            <p:txBody>
              <a:bodyPr wrap="square" lIns="67733" tIns="67733" rIns="67733" bIns="67733" rtlCol="0" anchor="ctr"/>
              <a:lstStyle/>
              <a:p>
                <a:r>
                  <a:rPr lang="en-US" sz="1733" dirty="0">
                    <a:solidFill>
                      <a:srgbClr val="D4C8F0"/>
                    </a:solidFill>
                    <a:latin typeface="Calibri" pitchFamily="34" charset="0"/>
                    <a:ea typeface="Calibri" pitchFamily="34" charset="-122"/>
                    <a:cs typeface="Calibri" pitchFamily="34" charset="-120"/>
                  </a:rPr>
                  <a:t>AI cuts through alert noise and builds context across the environment so your team sees the right signal at the right time.</a:t>
                </a:r>
                <a:endParaRPr lang="en-US" sz="1733" dirty="0"/>
              </a:p>
            </p:txBody>
          </p:sp>
        </p:grpSp>
        <p:pic>
          <p:nvPicPr>
            <p:cNvPr id="28" name="Graphic 27" descr="Eye outline">
              <a:extLst>
                <a:ext uri="{FF2B5EF4-FFF2-40B4-BE49-F238E27FC236}">
                  <a16:creationId xmlns:a16="http://schemas.microsoft.com/office/drawing/2014/main" id="{4CF4991B-06E9-E899-2275-7FE078ABAA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69524" y="2038004"/>
              <a:ext cx="644236" cy="644236"/>
            </a:xfrm>
            <a:prstGeom prst="rect">
              <a:avLst/>
            </a:prstGeom>
          </p:spPr>
        </p:pic>
      </p:grpSp>
      <p:grpSp>
        <p:nvGrpSpPr>
          <p:cNvPr id="38" name="Group 37">
            <a:extLst>
              <a:ext uri="{FF2B5EF4-FFF2-40B4-BE49-F238E27FC236}">
                <a16:creationId xmlns:a16="http://schemas.microsoft.com/office/drawing/2014/main" id="{86C3AAC5-2DD8-2FFE-5331-4564B83E1CAD}"/>
              </a:ext>
            </a:extLst>
          </p:cNvPr>
          <p:cNvGrpSpPr/>
          <p:nvPr/>
        </p:nvGrpSpPr>
        <p:grpSpPr>
          <a:xfrm>
            <a:off x="479367" y="2944368"/>
            <a:ext cx="11216640" cy="999744"/>
            <a:chOff x="479367" y="2944368"/>
            <a:chExt cx="11216640" cy="999744"/>
          </a:xfrm>
        </p:grpSpPr>
        <p:grpSp>
          <p:nvGrpSpPr>
            <p:cNvPr id="24" name="Group 23">
              <a:extLst>
                <a:ext uri="{FF2B5EF4-FFF2-40B4-BE49-F238E27FC236}">
                  <a16:creationId xmlns:a16="http://schemas.microsoft.com/office/drawing/2014/main" id="{0683492C-5942-B5FD-6FF0-B6C20AF847D5}"/>
                </a:ext>
              </a:extLst>
            </p:cNvPr>
            <p:cNvGrpSpPr/>
            <p:nvPr/>
          </p:nvGrpSpPr>
          <p:grpSpPr>
            <a:xfrm>
              <a:off x="479367" y="2944368"/>
              <a:ext cx="11216640" cy="999744"/>
              <a:chOff x="487680" y="2987040"/>
              <a:chExt cx="11216640" cy="999744"/>
            </a:xfrm>
          </p:grpSpPr>
          <p:sp>
            <p:nvSpPr>
              <p:cNvPr id="8" name="Shape 6"/>
              <p:cNvSpPr/>
              <p:nvPr/>
            </p:nvSpPr>
            <p:spPr>
              <a:xfrm>
                <a:off x="487680" y="2987040"/>
                <a:ext cx="11216640" cy="999744"/>
              </a:xfrm>
              <a:prstGeom prst="rect">
                <a:avLst/>
              </a:prstGeom>
              <a:solidFill>
                <a:srgbClr val="231570"/>
              </a:solidFill>
              <a:ln w="12700">
                <a:solidFill>
                  <a:srgbClr val="3D2A9E"/>
                </a:solidFill>
                <a:prstDash val="solid"/>
              </a:ln>
            </p:spPr>
            <p:txBody>
              <a:bodyPr/>
              <a:lstStyle/>
              <a:p>
                <a:endParaRPr lang="en-US" sz="2400"/>
              </a:p>
            </p:txBody>
          </p:sp>
          <p:sp>
            <p:nvSpPr>
              <p:cNvPr id="9" name="Text 7"/>
              <p:cNvSpPr/>
              <p:nvPr/>
            </p:nvSpPr>
            <p:spPr>
              <a:xfrm>
                <a:off x="670560" y="3084576"/>
                <a:ext cx="2926080" cy="804672"/>
              </a:xfrm>
              <a:prstGeom prst="rect">
                <a:avLst/>
              </a:prstGeom>
              <a:noFill/>
              <a:ln/>
            </p:spPr>
            <p:txBody>
              <a:bodyPr wrap="square" lIns="67733" tIns="67733" rIns="67733" bIns="67733" rtlCol="0" anchor="ctr"/>
              <a:lstStyle/>
              <a:p>
                <a:r>
                  <a:rPr lang="en-US" sz="1733" b="1" dirty="0">
                    <a:solidFill>
                      <a:srgbClr val="00B0F0"/>
                    </a:solidFill>
                    <a:latin typeface="Calibri" pitchFamily="34" charset="0"/>
                    <a:ea typeface="Calibri" pitchFamily="34" charset="-122"/>
                    <a:cs typeface="Calibri" pitchFamily="34" charset="-120"/>
                  </a:rPr>
                  <a:t>Enabled</a:t>
                </a:r>
                <a:endParaRPr lang="en-US" sz="1733" dirty="0">
                  <a:solidFill>
                    <a:srgbClr val="00B0F0"/>
                  </a:solidFill>
                </a:endParaRPr>
              </a:p>
            </p:txBody>
          </p:sp>
          <p:sp>
            <p:nvSpPr>
              <p:cNvPr id="11" name="Text 9"/>
              <p:cNvSpPr/>
              <p:nvPr/>
            </p:nvSpPr>
            <p:spPr>
              <a:xfrm>
                <a:off x="3779520" y="3084576"/>
                <a:ext cx="7741920" cy="804672"/>
              </a:xfrm>
              <a:prstGeom prst="rect">
                <a:avLst/>
              </a:prstGeom>
              <a:noFill/>
              <a:ln/>
            </p:spPr>
            <p:txBody>
              <a:bodyPr wrap="square" lIns="67733" tIns="67733" rIns="67733" bIns="67733" rtlCol="0" anchor="ctr"/>
              <a:lstStyle/>
              <a:p>
                <a:r>
                  <a:rPr lang="en-US" sz="1700" dirty="0">
                    <a:solidFill>
                      <a:srgbClr val="D4C8F0"/>
                    </a:solidFill>
                    <a:latin typeface="Calibri"/>
                    <a:ea typeface="Calibri"/>
                    <a:cs typeface="Calibri"/>
                  </a:rPr>
                  <a:t>AI accelerates investigation, surfaces root cause faster, and lets junior engineers operate at senior capability.</a:t>
                </a:r>
                <a:endParaRPr lang="en-US" sz="1700" dirty="0">
                  <a:latin typeface="Calibri"/>
                  <a:ea typeface="Calibri"/>
                  <a:cs typeface="Calibri"/>
                </a:endParaRPr>
              </a:p>
            </p:txBody>
          </p:sp>
        </p:grpSp>
        <p:pic>
          <p:nvPicPr>
            <p:cNvPr id="30" name="Graphic 29" descr="Cycle with people with solid fill">
              <a:extLst>
                <a:ext uri="{FF2B5EF4-FFF2-40B4-BE49-F238E27FC236}">
                  <a16:creationId xmlns:a16="http://schemas.microsoft.com/office/drawing/2014/main" id="{AB402186-5BA5-446A-B943-51EBF258FF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69524" y="3124062"/>
              <a:ext cx="644236" cy="644236"/>
            </a:xfrm>
            <a:prstGeom prst="rect">
              <a:avLst/>
            </a:prstGeom>
          </p:spPr>
        </p:pic>
      </p:grpSp>
      <p:grpSp>
        <p:nvGrpSpPr>
          <p:cNvPr id="39" name="Group 38">
            <a:extLst>
              <a:ext uri="{FF2B5EF4-FFF2-40B4-BE49-F238E27FC236}">
                <a16:creationId xmlns:a16="http://schemas.microsoft.com/office/drawing/2014/main" id="{2174D264-4580-414C-2812-E56EECC8EEC8}"/>
              </a:ext>
            </a:extLst>
          </p:cNvPr>
          <p:cNvGrpSpPr/>
          <p:nvPr/>
        </p:nvGrpSpPr>
        <p:grpSpPr>
          <a:xfrm>
            <a:off x="479367" y="4123944"/>
            <a:ext cx="11216640" cy="999744"/>
            <a:chOff x="479367" y="4123944"/>
            <a:chExt cx="11216640" cy="999744"/>
          </a:xfrm>
        </p:grpSpPr>
        <p:grpSp>
          <p:nvGrpSpPr>
            <p:cNvPr id="25" name="Group 24">
              <a:extLst>
                <a:ext uri="{FF2B5EF4-FFF2-40B4-BE49-F238E27FC236}">
                  <a16:creationId xmlns:a16="http://schemas.microsoft.com/office/drawing/2014/main" id="{90AC06F5-5932-7D96-2757-A577EA1EDDBC}"/>
                </a:ext>
              </a:extLst>
            </p:cNvPr>
            <p:cNvGrpSpPr/>
            <p:nvPr/>
          </p:nvGrpSpPr>
          <p:grpSpPr>
            <a:xfrm>
              <a:off x="479367" y="4123944"/>
              <a:ext cx="11216640" cy="999744"/>
              <a:chOff x="487680" y="4145280"/>
              <a:chExt cx="11216640" cy="999744"/>
            </a:xfrm>
          </p:grpSpPr>
          <p:sp>
            <p:nvSpPr>
              <p:cNvPr id="12" name="Shape 10"/>
              <p:cNvSpPr/>
              <p:nvPr/>
            </p:nvSpPr>
            <p:spPr>
              <a:xfrm>
                <a:off x="487680" y="4145280"/>
                <a:ext cx="11216640" cy="999744"/>
              </a:xfrm>
              <a:prstGeom prst="rect">
                <a:avLst/>
              </a:prstGeom>
              <a:solidFill>
                <a:srgbClr val="2A1A7A"/>
              </a:solidFill>
              <a:ln w="12700">
                <a:solidFill>
                  <a:srgbClr val="3D2A9E"/>
                </a:solidFill>
                <a:prstDash val="solid"/>
              </a:ln>
            </p:spPr>
            <p:txBody>
              <a:bodyPr/>
              <a:lstStyle/>
              <a:p>
                <a:endParaRPr lang="en-US" sz="2400"/>
              </a:p>
            </p:txBody>
          </p:sp>
          <p:sp>
            <p:nvSpPr>
              <p:cNvPr id="13" name="Text 11"/>
              <p:cNvSpPr/>
              <p:nvPr/>
            </p:nvSpPr>
            <p:spPr>
              <a:xfrm>
                <a:off x="670560" y="4242816"/>
                <a:ext cx="2926080" cy="804672"/>
              </a:xfrm>
              <a:prstGeom prst="rect">
                <a:avLst/>
              </a:prstGeom>
              <a:noFill/>
              <a:ln/>
            </p:spPr>
            <p:txBody>
              <a:bodyPr wrap="square" lIns="67733" tIns="67733" rIns="67733" bIns="67733" rtlCol="0" anchor="ctr"/>
              <a:lstStyle/>
              <a:p>
                <a:r>
                  <a:rPr lang="en-US" sz="1733" b="1" dirty="0">
                    <a:solidFill>
                      <a:srgbClr val="00B0F0"/>
                    </a:solidFill>
                    <a:latin typeface="Calibri" pitchFamily="34" charset="0"/>
                    <a:ea typeface="Calibri" pitchFamily="34" charset="-122"/>
                    <a:cs typeface="Calibri" pitchFamily="34" charset="-120"/>
                  </a:rPr>
                  <a:t>Proactive</a:t>
                </a:r>
                <a:endParaRPr lang="en-US" sz="1733" dirty="0">
                  <a:solidFill>
                    <a:srgbClr val="00B0F0"/>
                  </a:solidFill>
                </a:endParaRPr>
              </a:p>
            </p:txBody>
          </p:sp>
          <p:sp>
            <p:nvSpPr>
              <p:cNvPr id="15" name="Text 13"/>
              <p:cNvSpPr/>
              <p:nvPr/>
            </p:nvSpPr>
            <p:spPr>
              <a:xfrm>
                <a:off x="3779520" y="4242816"/>
                <a:ext cx="7741920" cy="804672"/>
              </a:xfrm>
              <a:prstGeom prst="rect">
                <a:avLst/>
              </a:prstGeom>
              <a:noFill/>
              <a:ln/>
            </p:spPr>
            <p:txBody>
              <a:bodyPr wrap="square" lIns="67733" tIns="67733" rIns="67733" bIns="67733" rtlCol="0" anchor="ctr"/>
              <a:lstStyle/>
              <a:p>
                <a:r>
                  <a:rPr lang="en-US" sz="1733" dirty="0">
                    <a:solidFill>
                      <a:srgbClr val="D4C8F0"/>
                    </a:solidFill>
                    <a:latin typeface="Calibri" pitchFamily="34" charset="0"/>
                    <a:ea typeface="Calibri" pitchFamily="34" charset="-122"/>
                    <a:cs typeface="Calibri" pitchFamily="34" charset="-120"/>
                  </a:rPr>
                  <a:t>AI becomes the evaluation layer for automation that already exists, catching drift before it becomes an incident.</a:t>
                </a:r>
                <a:endParaRPr lang="en-US" sz="1733" dirty="0"/>
              </a:p>
            </p:txBody>
          </p:sp>
        </p:grpSp>
        <p:pic>
          <p:nvPicPr>
            <p:cNvPr id="32" name="Graphic 31" descr="Artificial Intelligence with solid fill">
              <a:extLst>
                <a:ext uri="{FF2B5EF4-FFF2-40B4-BE49-F238E27FC236}">
                  <a16:creationId xmlns:a16="http://schemas.microsoft.com/office/drawing/2014/main" id="{A06600F6-968D-E855-4447-FB3C5112ED4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6461" y="4372351"/>
              <a:ext cx="541025" cy="541025"/>
            </a:xfrm>
            <a:prstGeom prst="rect">
              <a:avLst/>
            </a:prstGeom>
          </p:spPr>
        </p:pic>
      </p:grpSp>
      <p:grpSp>
        <p:nvGrpSpPr>
          <p:cNvPr id="40" name="Group 39">
            <a:extLst>
              <a:ext uri="{FF2B5EF4-FFF2-40B4-BE49-F238E27FC236}">
                <a16:creationId xmlns:a16="http://schemas.microsoft.com/office/drawing/2014/main" id="{57AB2C6E-8B50-D231-7B6B-AC116FCE9961}"/>
              </a:ext>
            </a:extLst>
          </p:cNvPr>
          <p:cNvGrpSpPr/>
          <p:nvPr/>
        </p:nvGrpSpPr>
        <p:grpSpPr>
          <a:xfrm>
            <a:off x="487680" y="5303520"/>
            <a:ext cx="11216640" cy="999744"/>
            <a:chOff x="487680" y="5303520"/>
            <a:chExt cx="11216640" cy="999744"/>
          </a:xfrm>
        </p:grpSpPr>
        <p:grpSp>
          <p:nvGrpSpPr>
            <p:cNvPr id="26" name="Group 25">
              <a:extLst>
                <a:ext uri="{FF2B5EF4-FFF2-40B4-BE49-F238E27FC236}">
                  <a16:creationId xmlns:a16="http://schemas.microsoft.com/office/drawing/2014/main" id="{DC47138C-83FA-F41D-A6B1-31DEB25AC70F}"/>
                </a:ext>
              </a:extLst>
            </p:cNvPr>
            <p:cNvGrpSpPr/>
            <p:nvPr/>
          </p:nvGrpSpPr>
          <p:grpSpPr>
            <a:xfrm>
              <a:off x="487680" y="5303520"/>
              <a:ext cx="11216640" cy="999744"/>
              <a:chOff x="487680" y="5303520"/>
              <a:chExt cx="11216640" cy="999744"/>
            </a:xfrm>
          </p:grpSpPr>
          <p:sp>
            <p:nvSpPr>
              <p:cNvPr id="16" name="Shape 14"/>
              <p:cNvSpPr/>
              <p:nvPr/>
            </p:nvSpPr>
            <p:spPr>
              <a:xfrm>
                <a:off x="487680" y="5303520"/>
                <a:ext cx="11216640" cy="999744"/>
              </a:xfrm>
              <a:prstGeom prst="rect">
                <a:avLst/>
              </a:prstGeom>
              <a:solidFill>
                <a:srgbClr val="231570"/>
              </a:solidFill>
              <a:ln w="12700">
                <a:solidFill>
                  <a:srgbClr val="3D2A9E"/>
                </a:solidFill>
                <a:prstDash val="solid"/>
              </a:ln>
            </p:spPr>
            <p:txBody>
              <a:bodyPr/>
              <a:lstStyle/>
              <a:p>
                <a:endParaRPr lang="en-US" sz="2400"/>
              </a:p>
            </p:txBody>
          </p:sp>
          <p:sp>
            <p:nvSpPr>
              <p:cNvPr id="17" name="Text 15"/>
              <p:cNvSpPr/>
              <p:nvPr/>
            </p:nvSpPr>
            <p:spPr>
              <a:xfrm>
                <a:off x="670560" y="5401056"/>
                <a:ext cx="2926080" cy="804672"/>
              </a:xfrm>
              <a:prstGeom prst="rect">
                <a:avLst/>
              </a:prstGeom>
              <a:noFill/>
              <a:ln/>
            </p:spPr>
            <p:txBody>
              <a:bodyPr wrap="square" lIns="67733" tIns="67733" rIns="67733" bIns="67733" rtlCol="0" anchor="ctr"/>
              <a:lstStyle/>
              <a:p>
                <a:r>
                  <a:rPr lang="en-US" sz="1733" b="1" dirty="0">
                    <a:solidFill>
                      <a:srgbClr val="00B0F0"/>
                    </a:solidFill>
                    <a:latin typeface="Calibri" pitchFamily="34" charset="0"/>
                    <a:ea typeface="Calibri" pitchFamily="34" charset="-122"/>
                    <a:cs typeface="Calibri" pitchFamily="34" charset="-120"/>
                  </a:rPr>
                  <a:t>Autonomous</a:t>
                </a:r>
                <a:endParaRPr lang="en-US" sz="1733" dirty="0">
                  <a:solidFill>
                    <a:srgbClr val="00B0F0"/>
                  </a:solidFill>
                </a:endParaRPr>
              </a:p>
            </p:txBody>
          </p:sp>
          <p:sp>
            <p:nvSpPr>
              <p:cNvPr id="19" name="Text 17"/>
              <p:cNvSpPr/>
              <p:nvPr/>
            </p:nvSpPr>
            <p:spPr>
              <a:xfrm>
                <a:off x="3779520" y="5401056"/>
                <a:ext cx="7741920" cy="804672"/>
              </a:xfrm>
              <a:prstGeom prst="rect">
                <a:avLst/>
              </a:prstGeom>
              <a:noFill/>
              <a:ln/>
            </p:spPr>
            <p:txBody>
              <a:bodyPr wrap="square" lIns="67733" tIns="67733" rIns="67733" bIns="67733" rtlCol="0" anchor="ctr"/>
              <a:lstStyle/>
              <a:p>
                <a:r>
                  <a:rPr lang="en-US" sz="1733" dirty="0">
                    <a:solidFill>
                      <a:srgbClr val="D4C8F0"/>
                    </a:solidFill>
                    <a:latin typeface="Calibri" pitchFamily="34" charset="0"/>
                    <a:ea typeface="Calibri" pitchFamily="34" charset="-122"/>
                    <a:cs typeface="Calibri" pitchFamily="34" charset="-120"/>
                  </a:rPr>
                  <a:t>AI acts within the guardrails your team defines. It operates. Humans govern the outcome.</a:t>
                </a:r>
                <a:endParaRPr lang="en-US" sz="1733" dirty="0"/>
              </a:p>
            </p:txBody>
          </p:sp>
        </p:grpSp>
        <p:pic>
          <p:nvPicPr>
            <p:cNvPr id="36" name="Graphic 35" descr="Hero Female with solid fill">
              <a:extLst>
                <a:ext uri="{FF2B5EF4-FFF2-40B4-BE49-F238E27FC236}">
                  <a16:creationId xmlns:a16="http://schemas.microsoft.com/office/drawing/2014/main" id="{E0571E69-4E30-0B16-8AA0-22578E51D3A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86421" y="5502839"/>
              <a:ext cx="601106" cy="601106"/>
            </a:xfrm>
            <a:prstGeom prst="rect">
              <a:avLst/>
            </a:prstGeom>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dissolve">
                                      <p:cBhvr>
                                        <p:cTn id="7" dur="5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9"/>
                                        </p:tgtEl>
                                        <p:attrNameLst>
                                          <p:attrName>style.visibility</p:attrName>
                                        </p:attrNameLst>
                                      </p:cBhvr>
                                      <p:to>
                                        <p:strVal val="visible"/>
                                      </p:to>
                                    </p:set>
                                    <p:animEffect transition="in" filter="dissolve">
                                      <p:cBhvr>
                                        <p:cTn id="12" dur="500"/>
                                        <p:tgtEl>
                                          <p:spTgt spid="3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dissolve">
                                      <p:cBhvr>
                                        <p:cTn id="17" dur="5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dissolv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09600" y="1463040"/>
            <a:ext cx="97536" cy="3657600"/>
          </a:xfrm>
          <a:prstGeom prst="rect">
            <a:avLst/>
          </a:prstGeom>
          <a:solidFill>
            <a:srgbClr val="E8722A"/>
          </a:solidFill>
          <a:ln w="12700">
            <a:solidFill>
              <a:srgbClr val="E8722A"/>
            </a:solidFill>
            <a:prstDash val="solid"/>
          </a:ln>
        </p:spPr>
        <p:txBody>
          <a:bodyPr/>
          <a:lstStyle/>
          <a:p>
            <a:endParaRPr lang="en-US" sz="2400">
              <a:solidFill>
                <a:schemeClr val="bg1"/>
              </a:solidFill>
            </a:endParaRPr>
          </a:p>
        </p:txBody>
      </p:sp>
      <p:sp>
        <p:nvSpPr>
          <p:cNvPr id="3" name="Text 1"/>
          <p:cNvSpPr/>
          <p:nvPr/>
        </p:nvSpPr>
        <p:spPr>
          <a:xfrm>
            <a:off x="975360" y="1463040"/>
            <a:ext cx="10253031" cy="1274283"/>
          </a:xfrm>
          <a:prstGeom prst="rect">
            <a:avLst/>
          </a:prstGeom>
          <a:noFill/>
          <a:ln/>
        </p:spPr>
        <p:txBody>
          <a:bodyPr wrap="square" lIns="0" tIns="0" rIns="0" bIns="0" rtlCol="0" anchor="ctr"/>
          <a:lstStyle/>
          <a:p>
            <a:r>
              <a:rPr lang="en-US" sz="3200" dirty="0">
                <a:solidFill>
                  <a:schemeClr val="bg1"/>
                </a:solidFill>
                <a:latin typeface="Calibri" pitchFamily="34" charset="0"/>
                <a:ea typeface="Calibri" pitchFamily="34" charset="-122"/>
                <a:cs typeface="Calibri" pitchFamily="34" charset="-120"/>
              </a:rPr>
              <a:t>The question is not whether AI belongs in your network operations.</a:t>
            </a:r>
            <a:endParaRPr lang="en-US" sz="3200" dirty="0">
              <a:solidFill>
                <a:schemeClr val="bg1"/>
              </a:solidFill>
            </a:endParaRPr>
          </a:p>
        </p:txBody>
      </p:sp>
      <p:sp>
        <p:nvSpPr>
          <p:cNvPr id="4" name="Text 2"/>
          <p:cNvSpPr/>
          <p:nvPr/>
        </p:nvSpPr>
        <p:spPr>
          <a:xfrm>
            <a:off x="975360" y="2743200"/>
            <a:ext cx="2127504" cy="792480"/>
          </a:xfrm>
          <a:prstGeom prst="rect">
            <a:avLst/>
          </a:prstGeom>
          <a:noFill/>
          <a:ln/>
        </p:spPr>
        <p:txBody>
          <a:bodyPr wrap="square" lIns="0" tIns="0" rIns="0" bIns="0" rtlCol="0" anchor="ctr"/>
          <a:lstStyle/>
          <a:p>
            <a:r>
              <a:rPr lang="en-US" sz="3733" b="1" dirty="0">
                <a:solidFill>
                  <a:schemeClr val="bg1"/>
                </a:solidFill>
                <a:latin typeface="Calibri" pitchFamily="34" charset="0"/>
                <a:ea typeface="Calibri" pitchFamily="34" charset="-122"/>
                <a:cs typeface="Calibri" pitchFamily="34" charset="-120"/>
              </a:rPr>
              <a:t>It does.</a:t>
            </a:r>
            <a:endParaRPr lang="en-US" sz="3733" dirty="0">
              <a:solidFill>
                <a:schemeClr val="bg1"/>
              </a:solidFill>
            </a:endParaRPr>
          </a:p>
        </p:txBody>
      </p:sp>
      <p:sp>
        <p:nvSpPr>
          <p:cNvPr id="5" name="Text 3"/>
          <p:cNvSpPr/>
          <p:nvPr/>
        </p:nvSpPr>
        <p:spPr>
          <a:xfrm>
            <a:off x="975360" y="3657600"/>
            <a:ext cx="10363200" cy="1219200"/>
          </a:xfrm>
          <a:prstGeom prst="rect">
            <a:avLst/>
          </a:prstGeom>
          <a:noFill/>
          <a:ln/>
        </p:spPr>
        <p:txBody>
          <a:bodyPr wrap="square" lIns="0" tIns="0" rIns="0" bIns="0" rtlCol="0" anchor="ctr"/>
          <a:lstStyle/>
          <a:p>
            <a:r>
              <a:rPr lang="en-US" sz="3200" dirty="0">
                <a:solidFill>
                  <a:schemeClr val="bg1"/>
                </a:solidFill>
                <a:latin typeface="Calibri" pitchFamily="34" charset="0"/>
                <a:ea typeface="Calibri" pitchFamily="34" charset="-122"/>
                <a:cs typeface="Calibri" pitchFamily="34" charset="-120"/>
              </a:rPr>
              <a:t>The question is whether you know where you are well enough to use it well.</a:t>
            </a:r>
            <a:endParaRPr lang="en-US" sz="3200" dirty="0">
              <a:solidFill>
                <a:schemeClr val="bg1"/>
              </a:solidFill>
            </a:endParaRPr>
          </a:p>
        </p:txBody>
      </p:sp>
      <p:sp>
        <p:nvSpPr>
          <p:cNvPr id="6" name="Text 4"/>
          <p:cNvSpPr/>
          <p:nvPr/>
        </p:nvSpPr>
        <p:spPr>
          <a:xfrm>
            <a:off x="975360" y="4998720"/>
            <a:ext cx="7239831" cy="792480"/>
          </a:xfrm>
          <a:prstGeom prst="rect">
            <a:avLst/>
          </a:prstGeom>
          <a:noFill/>
          <a:ln/>
        </p:spPr>
        <p:txBody>
          <a:bodyPr wrap="square" lIns="0" tIns="0" rIns="0" bIns="0" rtlCol="0" anchor="ctr"/>
          <a:lstStyle/>
          <a:p>
            <a:r>
              <a:rPr lang="en-US" sz="2933" b="1" i="1" dirty="0">
                <a:solidFill>
                  <a:schemeClr val="bg1"/>
                </a:solidFill>
                <a:latin typeface="Calibri" pitchFamily="34" charset="0"/>
                <a:ea typeface="Calibri" pitchFamily="34" charset="-122"/>
                <a:cs typeface="Calibri" pitchFamily="34" charset="-120"/>
              </a:rPr>
              <a:t>That starts with knowing where you stand.</a:t>
            </a:r>
            <a:endParaRPr lang="en-US" sz="2933" dirty="0">
              <a:solidFill>
                <a:schemeClr val="bg1"/>
              </a:solidFill>
            </a:endParaRPr>
          </a:p>
        </p:txBody>
      </p:sp>
      <p:sp>
        <p:nvSpPr>
          <p:cNvPr id="7" name="Text 5"/>
          <p:cNvSpPr/>
          <p:nvPr/>
        </p:nvSpPr>
        <p:spPr>
          <a:xfrm>
            <a:off x="609600" y="6278880"/>
            <a:ext cx="10972800" cy="426720"/>
          </a:xfrm>
          <a:prstGeom prst="rect">
            <a:avLst/>
          </a:prstGeom>
          <a:noFill/>
          <a:ln/>
        </p:spPr>
        <p:txBody>
          <a:bodyPr wrap="square" lIns="91440" tIns="45720" rIns="91440" bIns="45720" rtlCol="0" anchor="ctr"/>
          <a:lstStyle/>
          <a:p>
            <a:pPr algn="ctr"/>
            <a:r>
              <a:rPr lang="en-US" sz="1450" dirty="0">
                <a:solidFill>
                  <a:schemeClr val="bg1"/>
                </a:solidFill>
                <a:latin typeface="Calibri"/>
                <a:ea typeface="Calibri"/>
                <a:cs typeface="Calibri"/>
              </a:rPr>
              <a:t>Steve Krater - Sr. Customer Success Mangager |  NetBrain Technologies  | AUTOCON 5  | June 2026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dissolv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0-#ppt_w/2"/>
                                          </p:val>
                                        </p:tav>
                                        <p:tav tm="100000">
                                          <p:val>
                                            <p:strVal val="#ppt_x"/>
                                          </p:val>
                                        </p:tav>
                                      </p:tavLst>
                                    </p:anim>
                                    <p:anim calcmode="lin" valueType="num">
                                      <p:cBhvr additive="base">
                                        <p:cTn id="18"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theme/theme1.xml><?xml version="1.0" encoding="utf-8"?>
<a:theme xmlns:a="http://schemas.openxmlformats.org/drawingml/2006/main" name="NetBrain Light Theme">
  <a:themeElements>
    <a:clrScheme name="NetBrain 2024">
      <a:dk1>
        <a:srgbClr val="200A4D"/>
      </a:dk1>
      <a:lt1>
        <a:srgbClr val="FFFFFF"/>
      </a:lt1>
      <a:dk2>
        <a:srgbClr val="29235F"/>
      </a:dk2>
      <a:lt2>
        <a:srgbClr val="E8E8E8"/>
      </a:lt2>
      <a:accent1>
        <a:srgbClr val="866ACF"/>
      </a:accent1>
      <a:accent2>
        <a:srgbClr val="8A3685"/>
      </a:accent2>
      <a:accent3>
        <a:srgbClr val="FF7346"/>
      </a:accent3>
      <a:accent4>
        <a:srgbClr val="78BDE2"/>
      </a:accent4>
      <a:accent5>
        <a:srgbClr val="00707A"/>
      </a:accent5>
      <a:accent6>
        <a:srgbClr val="E2E886"/>
      </a:accent6>
      <a:hlink>
        <a:srgbClr val="007CE6"/>
      </a:hlink>
      <a:folHlink>
        <a:srgbClr val="4C3685"/>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B" id="{B9D033E5-6C76-E94B-A23E-2AE7BF8EC1E2}" vid="{361A2A7C-3440-6F42-9732-D7901E7B7BEE}"/>
    </a:ext>
  </a:extLst>
</a:theme>
</file>

<file path=ppt/theme/theme2.xml><?xml version="1.0" encoding="utf-8"?>
<a:theme xmlns:a="http://schemas.openxmlformats.org/drawingml/2006/main" name="1_NetBrain Light Theme">
  <a:themeElements>
    <a:clrScheme name="NetBrain 2024">
      <a:dk1>
        <a:srgbClr val="200A4D"/>
      </a:dk1>
      <a:lt1>
        <a:srgbClr val="FFFFFF"/>
      </a:lt1>
      <a:dk2>
        <a:srgbClr val="29235F"/>
      </a:dk2>
      <a:lt2>
        <a:srgbClr val="E8E8E8"/>
      </a:lt2>
      <a:accent1>
        <a:srgbClr val="866ACF"/>
      </a:accent1>
      <a:accent2>
        <a:srgbClr val="8A3685"/>
      </a:accent2>
      <a:accent3>
        <a:srgbClr val="FF7346"/>
      </a:accent3>
      <a:accent4>
        <a:srgbClr val="78BDE2"/>
      </a:accent4>
      <a:accent5>
        <a:srgbClr val="00707A"/>
      </a:accent5>
      <a:accent6>
        <a:srgbClr val="E2E886"/>
      </a:accent6>
      <a:hlink>
        <a:srgbClr val="007CE6"/>
      </a:hlink>
      <a:folHlink>
        <a:srgbClr val="4C3685"/>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B" id="{B9D033E5-6C76-E94B-A23E-2AE7BF8EC1E2}" vid="{3CAA4A1E-2187-004D-9407-4A7B5773548D}"/>
    </a:ext>
  </a:extLst>
</a:theme>
</file>

<file path=ppt/theme/theme3.xml><?xml version="1.0" encoding="utf-8"?>
<a:theme xmlns:a="http://schemas.openxmlformats.org/drawingml/2006/main" name="2_NetBrain Light Theme">
  <a:themeElements>
    <a:clrScheme name="NetBrain 2024">
      <a:dk1>
        <a:srgbClr val="200A4D"/>
      </a:dk1>
      <a:lt1>
        <a:srgbClr val="FFFFFF"/>
      </a:lt1>
      <a:dk2>
        <a:srgbClr val="29235F"/>
      </a:dk2>
      <a:lt2>
        <a:srgbClr val="E8E8E8"/>
      </a:lt2>
      <a:accent1>
        <a:srgbClr val="866ACF"/>
      </a:accent1>
      <a:accent2>
        <a:srgbClr val="8A3685"/>
      </a:accent2>
      <a:accent3>
        <a:srgbClr val="FF7346"/>
      </a:accent3>
      <a:accent4>
        <a:srgbClr val="78BDE2"/>
      </a:accent4>
      <a:accent5>
        <a:srgbClr val="00707A"/>
      </a:accent5>
      <a:accent6>
        <a:srgbClr val="E2E886"/>
      </a:accent6>
      <a:hlink>
        <a:srgbClr val="007CE6"/>
      </a:hlink>
      <a:folHlink>
        <a:srgbClr val="4C3685"/>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B" id="{B9D033E5-6C76-E94B-A23E-2AE7BF8EC1E2}" vid="{6728A888-7D4D-174C-87B0-1126B4DBAC3B}"/>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NetBrain Light Theme</Template>
  <TotalTime>3571</TotalTime>
  <Words>1620</Words>
  <Application>Microsoft Macintosh PowerPoint</Application>
  <PresentationFormat>Widescreen</PresentationFormat>
  <Paragraphs>95</Paragraphs>
  <Slides>8</Slides>
  <Notes>8</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8</vt:i4>
      </vt:variant>
    </vt:vector>
  </HeadingPairs>
  <TitlesOfParts>
    <vt:vector size="16" baseType="lpstr">
      <vt:lpstr>Aptos</vt:lpstr>
      <vt:lpstr>Arial</vt:lpstr>
      <vt:lpstr>Calibri</vt:lpstr>
      <vt:lpstr>SofiaPro-Light</vt:lpstr>
      <vt:lpstr>System Font Regular</vt:lpstr>
      <vt:lpstr>NetBrain Light Theme</vt:lpstr>
      <vt:lpstr>1_NetBrain Light Theme</vt:lpstr>
      <vt:lpstr>2_NetBrain Light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Valerie DiMartino</dc:creator>
  <cp:lastModifiedBy>Steve Krater</cp:lastModifiedBy>
  <cp:revision>32</cp:revision>
  <dcterms:created xsi:type="dcterms:W3CDTF">2024-10-09T19:37:11Z</dcterms:created>
  <dcterms:modified xsi:type="dcterms:W3CDTF">2026-05-29T13:40:32Z</dcterms:modified>
</cp:coreProperties>
</file>